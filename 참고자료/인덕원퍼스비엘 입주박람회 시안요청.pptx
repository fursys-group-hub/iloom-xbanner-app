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724827-201D-423B-A7DC-75A90049D4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72528B9-E977-4713-B5CF-380DD2497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ECD61F-6966-44B5-B614-29C62C10E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B75A-D11D-4D53-B007-E3872EB3B620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9771A6-2633-49D1-ACDC-96D05E435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95F11C-054B-4696-BBF8-22BEF41F9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5983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F7886B-745E-4F71-9298-0D56D604F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0A7FFC-D431-4F17-9B45-DB9EDA0E6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092665-5427-4003-B948-995DBA609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B75A-D11D-4D53-B007-E3872EB3B620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E9B58C-9A40-4BB9-BC31-103E73A09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8ED098-F6A4-4142-B064-0E61FA0D4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8758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3DFA75-6C85-48F8-BC59-67C538FED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B33A43-F84B-468E-B702-254518A0A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61DF3D-38ED-4C69-B182-58082BFD5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B75A-D11D-4D53-B007-E3872EB3B620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1D2E99-949A-48F7-AC13-797D77ABB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CC8633-47F8-49B6-98EE-4D3249314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908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11F1DF-79C6-42B1-BF98-EE17532B4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F4FF0E-7EEA-4D83-90DE-CD80E9E544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D89357-ED13-4C2A-8972-7C31C0B49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CEC40F-DCB8-43D4-9AAB-FB9CA67B9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B75A-D11D-4D53-B007-E3872EB3B620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DF575E-C6CB-42F7-A9F5-9365C8DC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A058C4-402C-4AF1-9643-0EED8B73E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8696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EB6535-B8B4-4272-9A7A-CD277D42E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4000B2-0677-4A26-8086-1B8CA9A87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EA78037-04FC-4B6C-9D15-2C7A6E997B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FDE6182-4F92-4390-85CF-662B647E09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FA3FC3B-5C11-48D8-8B20-05804008D0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91AD1CB-2A2B-460F-8E41-3A0C02585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B75A-D11D-4D53-B007-E3872EB3B620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ABCEDBB-3E38-41F1-9A8A-89D4790A3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649154-89E7-4F2F-8241-973E9D47E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5678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71FF0-40C3-4588-B3E7-12CAECCBB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1FB9336-3937-48ED-9C11-1F3C54EA0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B75A-D11D-4D53-B007-E3872EB3B620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D479CE-508D-431C-A65C-7E0C878F3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2991DB7-02DC-4D11-9B6E-963255838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303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3D757B7-6D0D-4555-B35D-94C19DD49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B75A-D11D-4D53-B007-E3872EB3B620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478D71-4A03-4A5B-AE7C-A11115FEC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011CA2-E659-4A53-AC2C-689F40717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5760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73FE2D-C867-477A-8C18-E358777F6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916F2-40A3-4A04-863B-54F3E6FAC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3C9EECD-F620-454B-B736-82BA25510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BE0FDB-F4E0-48FF-994D-F007EE4D9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B75A-D11D-4D53-B007-E3872EB3B620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093715-5373-4D47-BA03-61FA2DAB6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459F87-F519-4A55-86C9-128D9377A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713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241F27-AAF7-4B5B-98C5-386821128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9293F93-8446-40E3-8DED-853BEF38EE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5594D6-5232-4A9C-BD8B-BDC826D79A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79C137-AC74-4F02-B7E2-77891B319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B75A-D11D-4D53-B007-E3872EB3B620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724059-E1A6-4AE4-A4CC-17B6B2821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D4AE27-690E-44A9-A52A-078402BAB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5394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E2384A-9B96-4253-A24B-A00BB8B01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A9C955-9341-4FD0-AFF4-D0153F260D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6336E3-97F7-431D-B435-8A061663E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B75A-D11D-4D53-B007-E3872EB3B620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CF7BC7-AF12-4C08-92EA-6BAEFB797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7BD7FA-A7D3-41EF-97B7-F51462A65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517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2DC0C56-8899-4FEC-B260-1AC628732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311ED0-855E-4CA1-A001-B74D1A9854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381497-3F66-47FB-BCD3-9DFE8262F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B75A-D11D-4D53-B007-E3872EB3B620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4B29CE-00FC-490E-8BF0-F9AB9F242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1B2C4F-E795-408D-B505-9F02A7F15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713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9DF7F09-5EBC-40C4-A915-A9E7ED0AC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5067FD-F84D-40C6-BC54-2DC3E9262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AF5563-166D-431C-B682-EA44B6AF77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CB75A-D11D-4D53-B007-E3872EB3B620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DA2290-93F5-48BC-9BA8-410B75995D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AC0D1B-5F9F-49F4-9B13-B698AFFF83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7156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CFAFD458-0FC5-425C-9EC4-83D6A6320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071" y="0"/>
            <a:ext cx="4765857" cy="6858000"/>
          </a:xfrm>
          <a:prstGeom prst="rect">
            <a:avLst/>
          </a:prstGeom>
        </p:spPr>
      </p:pic>
      <p:sp>
        <p:nvSpPr>
          <p:cNvPr id="3" name="부제목 2">
            <a:extLst>
              <a:ext uri="{FF2B5EF4-FFF2-40B4-BE49-F238E27FC236}">
                <a16:creationId xmlns:a16="http://schemas.microsoft.com/office/drawing/2014/main" id="{37F1FD54-5BE1-40BB-BE06-597A14D5A84E}"/>
              </a:ext>
            </a:extLst>
          </p:cNvPr>
          <p:cNvSpPr txBox="1">
            <a:spLocks/>
          </p:cNvSpPr>
          <p:nvPr/>
        </p:nvSpPr>
        <p:spPr>
          <a:xfrm>
            <a:off x="188259" y="294061"/>
            <a:ext cx="2250141" cy="3693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 b="1" dirty="0"/>
              <a:t>* </a:t>
            </a:r>
            <a:r>
              <a:rPr lang="ko-KR" altLang="en-US" sz="1400" b="1" dirty="0"/>
              <a:t>프로모션 안내</a:t>
            </a:r>
            <a:r>
              <a:rPr lang="en-US" altLang="ko-KR" sz="1400" b="1" dirty="0"/>
              <a:t>POP</a:t>
            </a:r>
            <a:endParaRPr lang="ko-KR" altLang="en-US" sz="1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7F69C0-5C06-44C1-9748-5E0A6A31B301}"/>
              </a:ext>
            </a:extLst>
          </p:cNvPr>
          <p:cNvSpPr txBox="1"/>
          <p:nvPr/>
        </p:nvSpPr>
        <p:spPr>
          <a:xfrm>
            <a:off x="188259" y="590613"/>
            <a:ext cx="2233666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/>
              <a:t>-A4 </a:t>
            </a:r>
            <a:r>
              <a:rPr lang="ko-KR" altLang="en-US" sz="1600" b="1" dirty="0"/>
              <a:t>사이즈</a:t>
            </a:r>
            <a:endParaRPr lang="en-US" altLang="ko-KR" sz="1600" b="1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2E9E6685-6527-4708-8F62-F8994BEBB0E7}"/>
              </a:ext>
            </a:extLst>
          </p:cNvPr>
          <p:cNvCxnSpPr/>
          <p:nvPr/>
        </p:nvCxnSpPr>
        <p:spPr>
          <a:xfrm>
            <a:off x="7792453" y="590613"/>
            <a:ext cx="1455938" cy="712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4F7A63C-F675-4DA4-8651-472ECBCB2E8F}"/>
              </a:ext>
            </a:extLst>
          </p:cNvPr>
          <p:cNvSpPr txBox="1"/>
          <p:nvPr/>
        </p:nvSpPr>
        <p:spPr>
          <a:xfrm>
            <a:off x="9374819" y="1004637"/>
            <a:ext cx="2194832" cy="6463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인덕원</a:t>
            </a:r>
            <a:r>
              <a:rPr lang="ko-KR" altLang="en-US" dirty="0"/>
              <a:t> </a:t>
            </a:r>
            <a:r>
              <a:rPr lang="ko-KR" altLang="en-US" dirty="0" err="1"/>
              <a:t>퍼스비엘</a:t>
            </a:r>
            <a:endParaRPr lang="en-US" altLang="ko-KR" dirty="0"/>
          </a:p>
          <a:p>
            <a:r>
              <a:rPr lang="ko-KR" altLang="en-US" dirty="0"/>
              <a:t>입주 특별 프로모션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5365B36-778E-4927-AD83-771109F0EA23}"/>
              </a:ext>
            </a:extLst>
          </p:cNvPr>
          <p:cNvCxnSpPr/>
          <p:nvPr/>
        </p:nvCxnSpPr>
        <p:spPr>
          <a:xfrm>
            <a:off x="7387700" y="1526541"/>
            <a:ext cx="1455938" cy="712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63DE4F7-A8AA-4918-B99B-F4E750A20EBB}"/>
              </a:ext>
            </a:extLst>
          </p:cNvPr>
          <p:cNvSpPr txBox="1"/>
          <p:nvPr/>
        </p:nvSpPr>
        <p:spPr>
          <a:xfrm>
            <a:off x="8945986" y="1846679"/>
            <a:ext cx="3839513" cy="120032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일룸에서</a:t>
            </a:r>
            <a:r>
              <a:rPr lang="ko-KR" altLang="en-US" dirty="0"/>
              <a:t> 입주민을 위한 </a:t>
            </a:r>
            <a:endParaRPr lang="en-US" altLang="ko-KR" dirty="0"/>
          </a:p>
          <a:p>
            <a:r>
              <a:rPr lang="en-US" altLang="ko-KR" dirty="0"/>
              <a:t>5</a:t>
            </a:r>
            <a:r>
              <a:rPr lang="ko-KR" altLang="en-US" dirty="0"/>
              <a:t>일간의 특별한 혜택을 만나보세요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05.01 – 05.05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AECD3A-28FF-4200-A608-7A2E2BE6C8EB}"/>
              </a:ext>
            </a:extLst>
          </p:cNvPr>
          <p:cNvSpPr txBox="1"/>
          <p:nvPr/>
        </p:nvSpPr>
        <p:spPr>
          <a:xfrm>
            <a:off x="8239956" y="3510021"/>
            <a:ext cx="1818443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/>
              <a:t>특별 기간 혜택</a:t>
            </a:r>
            <a:endParaRPr lang="ko-KR" altLang="en-US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7A5E73BE-41E4-46C1-AC82-4A6CDD76CFB8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6190694" y="2716349"/>
            <a:ext cx="2049262" cy="9783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418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27</Words>
  <Application>Microsoft Office PowerPoint</Application>
  <PresentationFormat>와이드스크린</PresentationFormat>
  <Paragraphs>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채선경 (Sunkyeong Chea)</dc:creator>
  <cp:lastModifiedBy>채선경 (Sunkyeong Chea)</cp:lastModifiedBy>
  <cp:revision>17</cp:revision>
  <dcterms:created xsi:type="dcterms:W3CDTF">2026-02-24T23:55:22Z</dcterms:created>
  <dcterms:modified xsi:type="dcterms:W3CDTF">2026-04-21T08:18:00Z</dcterms:modified>
</cp:coreProperties>
</file>