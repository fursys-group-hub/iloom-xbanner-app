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3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7F2"/>
    <a:srgbClr val="F4E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9408C-2CE7-FC51-2309-21F03F82D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32B1F36-6464-1CAB-16C7-01927C63F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2C159F-9421-8177-BE66-FBF834689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5A554-4A05-C913-DBEE-93F54317F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41B087-D35A-B833-7573-35FA057F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633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B0D2D-4A4B-56CF-4BD8-EDC6A6CE7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DEBF17-3B96-79B2-7338-8C68A1B02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E56E47-7CA5-6D8A-F648-5B8BA4534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40F5CE-5047-78EB-40D9-26FA00D40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A287C5-E480-2388-D551-115CE9169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54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039A3-95DD-0CAD-6A10-1B2B151F1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BF672-50DC-9BEF-D0A5-527CFFF5C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6DAB5E-F723-A833-83AE-81E873EAB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0E5D77-D616-9D54-98AB-9A90FA44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CDB831-BA14-60FD-197C-C5B58CBB9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230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51705-EC65-72EC-67AA-F529AA350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303AE4-6CDD-E94E-0EFC-966C8F479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8C4645-E308-1944-5303-DE509525E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069951-4EF4-A8AF-125D-98731A847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2342FC-D113-6270-C7EF-8764FF854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3FC889-D5D4-698B-4C9C-BA5308C6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185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F4457-FF1D-87DD-DB4F-E93C1EBD0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73EC59-F9BC-05C3-602F-00219C1A4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14D5A1-2DCE-3C65-4762-6EDE731E3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EFA2E9-36D7-8E9C-D401-55393BDAB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0DC2BA-2669-00EE-69D5-5271296EB5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D74C3BD-14AD-9F63-5CF9-288BB4EC5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B99627-A64B-13E4-43DD-87ADE8C19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A58FA9-6165-0157-781E-A982AE176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203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2419D4-F569-3823-D51D-C83D6C6B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C69534-BC65-F439-4BFF-FD4F81C7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54EE7E-7438-13E4-4A69-169DEC1BA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117F17-D880-99C9-E463-663150C0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37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9C98AF-902F-4311-E458-9BB872578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638EAA-2ED1-F980-81AA-ED166CBCF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C7EAB2-A499-DCE2-5A27-1C397B8DF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150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AF17FC-819D-44E4-5398-1200AC40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57DBBD-475F-5F96-E2BF-0388A32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DC6F19-ACBA-571B-F7BA-F877AC9E7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A2B11B-883D-7A26-7751-F00DE259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2501AA-D25F-72C2-5906-03002F92C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B35C07-1C3E-AB96-CAA1-6C4CC0C7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941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53FC92-9163-583F-EEB5-0F0194FA5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52B102-E9E4-7F38-1AC6-A551821B12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F0CAE5-5214-E71B-D2BF-6C17D8663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F1D8CC-BE13-6AC9-9636-31A6A1C51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EAB860-EC7B-77D6-69E1-7EDE9FD6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1929C6-2149-0137-5F06-E68B95BD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111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00A59C-3953-06F5-30AB-90707B4B6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12B6D1-95FC-F1B7-7DE7-01320F2E0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648F1B-0D85-3451-E542-3C92C7343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376E4E-1718-3845-4B75-11E12347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031E26-D181-BD08-6802-EC0951742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819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36F501-DB85-4263-3845-545CA83174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F468E6-A7B8-AC03-CCBF-CB53BF3F2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6408E0-EE9B-19A6-59D6-1EA9CD131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8DD51-4FD7-48A4-97BD-6F7D6851DC6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142985-7214-4FE9-61CA-3E4A49CA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198DF0-503C-7AD6-4ABB-B158F0072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71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17E6DF-E8B9-9B4F-0F51-B8B35D5C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EA0BDE-5022-E4E1-9FC1-BC7595F1D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2069E3-39B9-E888-A5DC-32B52861A1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8DD51-4FD7-48A4-97BD-6F7D6851DC6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41CFE2-B246-2A14-EDD7-9573BE94B9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5C2990-6487-EA00-256D-005ECB3C7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D52601-33CB-4B7B-AD69-8FAC567B3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91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8D4CE-9319-0CE3-EFAA-4D52183C4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CE9BE16-EC2D-3169-410C-64D514C66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467" y="127548"/>
            <a:ext cx="2067213" cy="6516009"/>
          </a:xfrm>
          <a:prstGeom prst="rect">
            <a:avLst/>
          </a:prstGeom>
        </p:spPr>
      </p:pic>
      <p:sp>
        <p:nvSpPr>
          <p:cNvPr id="5" name="부제목 2">
            <a:extLst>
              <a:ext uri="{FF2B5EF4-FFF2-40B4-BE49-F238E27FC236}">
                <a16:creationId xmlns:a16="http://schemas.microsoft.com/office/drawing/2014/main" id="{03FA4BCB-128F-3F0D-37AB-EF4618E16E02}"/>
              </a:ext>
            </a:extLst>
          </p:cNvPr>
          <p:cNvSpPr txBox="1">
            <a:spLocks/>
          </p:cNvSpPr>
          <p:nvPr/>
        </p:nvSpPr>
        <p:spPr>
          <a:xfrm>
            <a:off x="188259" y="294061"/>
            <a:ext cx="2250141" cy="369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b="1" dirty="0"/>
              <a:t>* </a:t>
            </a:r>
            <a:r>
              <a:rPr lang="ko-KR" altLang="en-US" sz="1600" b="1" dirty="0"/>
              <a:t>요청</a:t>
            </a:r>
            <a:r>
              <a:rPr lang="en-US" altLang="ko-KR" sz="1600" b="1" dirty="0"/>
              <a:t>1 </a:t>
            </a:r>
            <a:r>
              <a:rPr lang="ko-KR" altLang="en-US" sz="1600" b="1" dirty="0"/>
              <a:t>프로모션 안내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39F4B72-D876-01B7-92E7-E7B68ED5589D}"/>
              </a:ext>
            </a:extLst>
          </p:cNvPr>
          <p:cNvCxnSpPr>
            <a:cxnSpLocks/>
          </p:cNvCxnSpPr>
          <p:nvPr/>
        </p:nvCxnSpPr>
        <p:spPr>
          <a:xfrm>
            <a:off x="5629518" y="3434291"/>
            <a:ext cx="1460102" cy="11440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9CCFCDD1-4EAD-7406-314E-43598E11E03B}"/>
              </a:ext>
            </a:extLst>
          </p:cNvPr>
          <p:cNvCxnSpPr>
            <a:cxnSpLocks/>
          </p:cNvCxnSpPr>
          <p:nvPr/>
        </p:nvCxnSpPr>
        <p:spPr>
          <a:xfrm>
            <a:off x="5666407" y="1145990"/>
            <a:ext cx="1396747" cy="4781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C440D08-A8D8-7BED-B03F-4211305417FA}"/>
              </a:ext>
            </a:extLst>
          </p:cNvPr>
          <p:cNvSpPr txBox="1"/>
          <p:nvPr/>
        </p:nvSpPr>
        <p:spPr>
          <a:xfrm>
            <a:off x="7072923" y="1393309"/>
            <a:ext cx="429306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2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광주 더 파크 비스타 </a:t>
            </a:r>
            <a:r>
              <a:rPr lang="ko-KR" alt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데시앙</a:t>
            </a:r>
            <a:endParaRPr lang="en-US" altLang="ko-KR" sz="1200" dirty="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</a:endParaRPr>
          </a:p>
          <a:p>
            <a:pPr algn="ctr"/>
            <a:r>
              <a:rPr lang="ko-KR" altLang="en-US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입주</a:t>
            </a:r>
            <a:r>
              <a:rPr lang="en-US" altLang="ko-KR" sz="12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특별 프로모션</a:t>
            </a:r>
            <a:endParaRPr lang="en-US" altLang="ko-KR" sz="12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맑은 고딕"/>
              <a:ea typeface="맑은 고딕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FCEA642-761D-2303-5BA4-AE4506288686}"/>
              </a:ext>
            </a:extLst>
          </p:cNvPr>
          <p:cNvSpPr/>
          <p:nvPr/>
        </p:nvSpPr>
        <p:spPr>
          <a:xfrm>
            <a:off x="3790226" y="839801"/>
            <a:ext cx="1885950" cy="6123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A9A7382-5FC7-E430-A957-5EC2946DC689}"/>
              </a:ext>
            </a:extLst>
          </p:cNvPr>
          <p:cNvSpPr/>
          <p:nvPr/>
        </p:nvSpPr>
        <p:spPr>
          <a:xfrm>
            <a:off x="3764271" y="2079525"/>
            <a:ext cx="1905488" cy="4070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AE501E7-D12E-7444-7EBC-8837BE6B0A28}"/>
              </a:ext>
            </a:extLst>
          </p:cNvPr>
          <p:cNvSpPr txBox="1"/>
          <p:nvPr/>
        </p:nvSpPr>
        <p:spPr>
          <a:xfrm>
            <a:off x="7255772" y="3344826"/>
            <a:ext cx="4110216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입주박람회 현장에서만</a:t>
            </a:r>
            <a:r>
              <a:rPr lang="ko-KR" altLang="en-US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 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드리는</a:t>
            </a:r>
            <a:endParaRPr lang="en-US" altLang="ko-KR" sz="1100" dirty="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</a:endParaRPr>
          </a:p>
          <a:p>
            <a:pPr algn="ctr"/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최대 </a:t>
            </a:r>
            <a:r>
              <a:rPr lang="ko-KR" alt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1</a:t>
            </a:r>
            <a:r>
              <a:rPr lang="en-US" altLang="ko-KR" sz="1100" b="1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09</a:t>
            </a:r>
            <a:r>
              <a:rPr lang="ko-KR" alt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만원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특별</a:t>
            </a:r>
            <a:r>
              <a:rPr lang="ko-KR" altLang="en-US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 혜택</a:t>
            </a:r>
            <a:endParaRPr lang="en-US" altLang="ko-KR" sz="1100" dirty="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</a:endParaRPr>
          </a:p>
          <a:p>
            <a:pPr algn="ctr"/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지금 바로 만나 보세요!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89128775-B2CE-5F78-D91F-E8A380D2C842}"/>
              </a:ext>
            </a:extLst>
          </p:cNvPr>
          <p:cNvCxnSpPr>
            <a:cxnSpLocks/>
          </p:cNvCxnSpPr>
          <p:nvPr/>
        </p:nvCxnSpPr>
        <p:spPr>
          <a:xfrm>
            <a:off x="5240640" y="1504576"/>
            <a:ext cx="1822514" cy="7028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D32A1CB-6278-6114-9DF2-C264AA546674}"/>
              </a:ext>
            </a:extLst>
          </p:cNvPr>
          <p:cNvSpPr txBox="1"/>
          <p:nvPr/>
        </p:nvSpPr>
        <p:spPr>
          <a:xfrm>
            <a:off x="7063154" y="2115656"/>
            <a:ext cx="411021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100" b="1" dirty="0">
                <a:highlight>
                  <a:srgbClr val="FFFFFF"/>
                </a:highlight>
              </a:rPr>
              <a:t>입주아파트 특별 혜택 기간 </a:t>
            </a:r>
            <a:r>
              <a:rPr lang="en-US" altLang="ko-KR" sz="1100" b="1" dirty="0">
                <a:highlight>
                  <a:srgbClr val="FFFFFF"/>
                </a:highlight>
              </a:rPr>
              <a:t>: 3/7(</a:t>
            </a:r>
            <a:r>
              <a:rPr lang="ko-KR" altLang="en-US" sz="1100" b="1" dirty="0">
                <a:highlight>
                  <a:srgbClr val="FFFFFF"/>
                </a:highlight>
              </a:rPr>
              <a:t>금</a:t>
            </a:r>
            <a:r>
              <a:rPr lang="en-US" altLang="ko-KR" sz="1100" b="1" dirty="0">
                <a:highlight>
                  <a:srgbClr val="FFFFFF"/>
                </a:highlight>
              </a:rPr>
              <a:t>)~3/8(</a:t>
            </a:r>
            <a:r>
              <a:rPr lang="ko-KR" altLang="en-US" sz="1100" b="1" dirty="0">
                <a:highlight>
                  <a:srgbClr val="FFFFFF"/>
                </a:highlight>
              </a:rPr>
              <a:t>일</a:t>
            </a:r>
            <a:r>
              <a:rPr lang="en-US" altLang="ko-KR" sz="1100" b="1" dirty="0">
                <a:highlight>
                  <a:srgbClr val="FFFFFF"/>
                </a:highlight>
              </a:rPr>
              <a:t>)</a:t>
            </a:r>
            <a:endParaRPr lang="en-US" altLang="ko-KR" sz="1100" dirty="0">
              <a:highlight>
                <a:srgbClr val="FFFFFF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AEA257-E2B9-073E-0F93-39C833BD7047}"/>
              </a:ext>
            </a:extLst>
          </p:cNvPr>
          <p:cNvSpPr txBox="1"/>
          <p:nvPr/>
        </p:nvSpPr>
        <p:spPr>
          <a:xfrm>
            <a:off x="188259" y="590613"/>
            <a:ext cx="2233666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/>
              <a:t>-X</a:t>
            </a:r>
            <a:r>
              <a:rPr lang="ko-KR" altLang="en-US" sz="1600" b="1"/>
              <a:t>배너</a:t>
            </a:r>
            <a:endParaRPr lang="en-US" altLang="ko-KR" sz="1600" b="1"/>
          </a:p>
          <a:p>
            <a:pPr>
              <a:lnSpc>
                <a:spcPct val="150000"/>
              </a:lnSpc>
            </a:pPr>
            <a:r>
              <a:rPr lang="ko-KR" altLang="en-US" sz="1600" b="1"/>
              <a:t>가로</a:t>
            </a:r>
            <a:r>
              <a:rPr lang="en-US" altLang="ko-KR" sz="1600" b="1"/>
              <a:t>600 </a:t>
            </a:r>
            <a:r>
              <a:rPr lang="ko-KR" altLang="en-US" sz="1600" b="1"/>
              <a:t>세로</a:t>
            </a:r>
            <a:r>
              <a:rPr lang="en-US" altLang="ko-KR" sz="1600" b="1"/>
              <a:t>1800</a:t>
            </a:r>
            <a:endParaRPr lang="ko-KR" altLang="en-US" sz="1600" b="1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5DFDA32-ADDC-07A0-A2A6-D78EC996873F}"/>
              </a:ext>
            </a:extLst>
          </p:cNvPr>
          <p:cNvSpPr/>
          <p:nvPr/>
        </p:nvSpPr>
        <p:spPr>
          <a:xfrm>
            <a:off x="4207311" y="1471716"/>
            <a:ext cx="1013791" cy="1438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3421FA-D287-8040-8BED-582DE6270434}"/>
              </a:ext>
            </a:extLst>
          </p:cNvPr>
          <p:cNvSpPr txBox="1"/>
          <p:nvPr/>
        </p:nvSpPr>
        <p:spPr>
          <a:xfrm>
            <a:off x="8266978" y="127548"/>
            <a:ext cx="2100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solidFill>
                  <a:srgbClr val="FF0000"/>
                </a:solidFill>
              </a:rPr>
              <a:t>내용 수정 필요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1A17B94C-F95D-D731-2927-6DF762F2F62D}"/>
              </a:ext>
            </a:extLst>
          </p:cNvPr>
          <p:cNvCxnSpPr>
            <a:cxnSpLocks/>
          </p:cNvCxnSpPr>
          <p:nvPr/>
        </p:nvCxnSpPr>
        <p:spPr>
          <a:xfrm>
            <a:off x="5439593" y="2161173"/>
            <a:ext cx="2514668" cy="14369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851CFB-E742-BC62-23E3-DE8D17E2C7DD}"/>
              </a:ext>
            </a:extLst>
          </p:cNvPr>
          <p:cNvSpPr/>
          <p:nvPr/>
        </p:nvSpPr>
        <p:spPr>
          <a:xfrm>
            <a:off x="3779311" y="2529199"/>
            <a:ext cx="1850207" cy="1425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DBC140-02C6-B8FD-F5EB-2434FDC4DFD9}"/>
              </a:ext>
            </a:extLst>
          </p:cNvPr>
          <p:cNvSpPr txBox="1"/>
          <p:nvPr/>
        </p:nvSpPr>
        <p:spPr>
          <a:xfrm>
            <a:off x="3912608" y="4767780"/>
            <a:ext cx="164118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  <a:highlight>
                  <a:srgbClr val="FFFF00"/>
                </a:highlight>
                <a:ea typeface="맑은 고딕"/>
              </a:rPr>
              <a:t>포인트 </a:t>
            </a:r>
            <a:endParaRPr lang="ko-KR" sz="1600" dirty="0">
              <a:solidFill>
                <a:srgbClr val="000000"/>
              </a:solidFill>
              <a:highlight>
                <a:srgbClr val="FFFF00"/>
              </a:highlight>
              <a:ea typeface="맑은 고딕" panose="020B0503020000020004" pitchFamily="34" charset="-127"/>
            </a:endParaRPr>
          </a:p>
          <a:p>
            <a:r>
              <a:rPr lang="ko-KR" altLang="en-US" sz="1600" b="1" dirty="0">
                <a:solidFill>
                  <a:srgbClr val="FF0000"/>
                </a:solidFill>
                <a:highlight>
                  <a:srgbClr val="FFFF00"/>
                </a:highlight>
                <a:ea typeface="맑은 고딕"/>
              </a:rPr>
              <a:t>이미지 사이즈 줄여주세요!</a:t>
            </a:r>
            <a:endParaRPr lang="ko-KR" sz="1600" dirty="0">
              <a:ea typeface="맑은 고딕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1A3A72A6-B890-8468-EB08-0B90783857CE}"/>
              </a:ext>
            </a:extLst>
          </p:cNvPr>
          <p:cNvCxnSpPr>
            <a:cxnSpLocks/>
          </p:cNvCxnSpPr>
          <p:nvPr/>
        </p:nvCxnSpPr>
        <p:spPr>
          <a:xfrm>
            <a:off x="5474482" y="1812416"/>
            <a:ext cx="1822514" cy="7028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45D6AC9-8361-DA7E-5128-1FB53ED0623F}"/>
              </a:ext>
            </a:extLst>
          </p:cNvPr>
          <p:cNvSpPr txBox="1"/>
          <p:nvPr/>
        </p:nvSpPr>
        <p:spPr>
          <a:xfrm>
            <a:off x="6917747" y="2512868"/>
            <a:ext cx="383749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1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일룸</a:t>
            </a:r>
            <a:r>
              <a:rPr lang="ko-KR" altLang="en-US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 </a:t>
            </a:r>
            <a:r>
              <a:rPr lang="ko-KR" altLang="en-US" sz="11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프리미엄샵</a:t>
            </a:r>
            <a:r>
              <a:rPr lang="ko-KR" altLang="en-US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 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분당서현</a:t>
            </a:r>
            <a:r>
              <a:rPr lang="ko-KR" altLang="en-US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 </a:t>
            </a:r>
            <a:r>
              <a:rPr lang="en-US" altLang="ko-KR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&amp; </a:t>
            </a:r>
            <a:r>
              <a:rPr lang="ko-KR" altLang="en-US" sz="11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일룸</a:t>
            </a:r>
            <a:r>
              <a:rPr lang="ko-KR" altLang="en-US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 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분당</a:t>
            </a:r>
            <a:endParaRPr lang="en-US" altLang="ko-KR" sz="11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맑은 고딕"/>
              <a:ea typeface="맑은 고딕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08E5BD9-13D8-EB6F-7398-D24A68337DC0}"/>
              </a:ext>
            </a:extLst>
          </p:cNvPr>
          <p:cNvCxnSpPr>
            <a:cxnSpLocks/>
          </p:cNvCxnSpPr>
          <p:nvPr/>
        </p:nvCxnSpPr>
        <p:spPr>
          <a:xfrm flipH="1" flipV="1">
            <a:off x="2634391" y="5124034"/>
            <a:ext cx="1303837" cy="7461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F797881-C4D9-98AD-AE57-6278864E8F62}"/>
              </a:ext>
            </a:extLst>
          </p:cNvPr>
          <p:cNvSpPr txBox="1"/>
          <p:nvPr/>
        </p:nvSpPr>
        <p:spPr>
          <a:xfrm>
            <a:off x="269687" y="3808289"/>
            <a:ext cx="3319790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본 프로모션은 통합회원 한정 프로모션입니다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.</a:t>
            </a:r>
          </a:p>
          <a:p>
            <a:pPr algn="ctr"/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혜택은 기간 이후 주문건에는 적용이 불가합니다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. 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타 프로모션과 중복 불가합니다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포인트는 마지막 납기 후 </a:t>
            </a:r>
            <a:r>
              <a:rPr lang="ko-KR" alt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익월말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 지급됩니다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.(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포인트 유효기간 이후 </a:t>
            </a:r>
            <a:r>
              <a:rPr lang="ko-KR" alt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재발송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 불가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) 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추후 품목 변경은 </a:t>
            </a:r>
            <a:r>
              <a:rPr lang="ko-KR" alt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일룸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 </a:t>
            </a:r>
            <a:r>
              <a:rPr lang="ko-KR" alt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프리미엄샵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 분당서현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, </a:t>
            </a:r>
            <a:r>
              <a:rPr lang="ko-KR" alt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일룸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 분당에서만 가능합니다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.</a:t>
            </a:r>
            <a:endParaRPr lang="ko-KR" altLang="en-US" sz="1100" dirty="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9E12AF-7A0F-36B9-3CE8-AD3F0035FDC8}"/>
              </a:ext>
            </a:extLst>
          </p:cNvPr>
          <p:cNvSpPr txBox="1"/>
          <p:nvPr/>
        </p:nvSpPr>
        <p:spPr>
          <a:xfrm>
            <a:off x="10755241" y="2851422"/>
            <a:ext cx="1436759" cy="261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맑은 고딕"/>
                <a:ea typeface="맑은 고딕"/>
              </a:rPr>
              <a:t>강조해주세요!</a:t>
            </a:r>
            <a:endParaRPr lang="ko-KR" altLang="en-US" sz="1100" b="0" i="0" dirty="0">
              <a:solidFill>
                <a:srgbClr val="000000"/>
              </a:solidFill>
              <a:effectLst/>
              <a:highlight>
                <a:srgbClr val="FFFF00"/>
              </a:highlight>
              <a:latin typeface="맑은 고딕"/>
              <a:ea typeface="맑은 고딕"/>
            </a:endParaRPr>
          </a:p>
        </p:txBody>
      </p:sp>
      <p:sp>
        <p:nvSpPr>
          <p:cNvPr id="16" name="별: 꼭짓점 5개 15">
            <a:extLst>
              <a:ext uri="{FF2B5EF4-FFF2-40B4-BE49-F238E27FC236}">
                <a16:creationId xmlns:a16="http://schemas.microsoft.com/office/drawing/2014/main" id="{AAD36E06-2290-5E7A-12DB-34946DDB38A0}"/>
              </a:ext>
            </a:extLst>
          </p:cNvPr>
          <p:cNvSpPr/>
          <p:nvPr/>
        </p:nvSpPr>
        <p:spPr>
          <a:xfrm>
            <a:off x="10488348" y="2686298"/>
            <a:ext cx="539749" cy="42333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0A9568-24B1-FA0E-C6BA-A34B0CD5B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93" y="4155588"/>
            <a:ext cx="4110216" cy="171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501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사람, 인간의 얼굴, 의류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70BFFF-1217-9240-5F24-BC85B8ABE0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33" b="76087"/>
          <a:stretch/>
        </p:blipFill>
        <p:spPr>
          <a:xfrm>
            <a:off x="2598391" y="288869"/>
            <a:ext cx="2265108" cy="2734505"/>
          </a:xfrm>
          <a:prstGeom prst="rect">
            <a:avLst/>
          </a:prstGeom>
        </p:spPr>
      </p:pic>
      <p:sp>
        <p:nvSpPr>
          <p:cNvPr id="5" name="부제목 2">
            <a:extLst>
              <a:ext uri="{FF2B5EF4-FFF2-40B4-BE49-F238E27FC236}">
                <a16:creationId xmlns:a16="http://schemas.microsoft.com/office/drawing/2014/main" id="{EBCFCE90-D194-2E45-1BF6-58B97150AA73}"/>
              </a:ext>
            </a:extLst>
          </p:cNvPr>
          <p:cNvSpPr txBox="1">
            <a:spLocks/>
          </p:cNvSpPr>
          <p:nvPr/>
        </p:nvSpPr>
        <p:spPr>
          <a:xfrm>
            <a:off x="188259" y="294061"/>
            <a:ext cx="2250141" cy="369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b="1" dirty="0"/>
              <a:t>* </a:t>
            </a:r>
            <a:r>
              <a:rPr lang="ko-KR" altLang="en-US" sz="1600" b="1" dirty="0"/>
              <a:t>요청</a:t>
            </a:r>
            <a:r>
              <a:rPr lang="en-US" altLang="ko-KR" sz="1600" b="1" dirty="0"/>
              <a:t>2 </a:t>
            </a:r>
            <a:r>
              <a:rPr lang="ko-KR" altLang="en-US" sz="1600" b="1" dirty="0"/>
              <a:t>프로모션 안내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914CC549-B35D-6231-55E8-C2451FBF55BD}"/>
              </a:ext>
            </a:extLst>
          </p:cNvPr>
          <p:cNvCxnSpPr>
            <a:cxnSpLocks/>
          </p:cNvCxnSpPr>
          <p:nvPr/>
        </p:nvCxnSpPr>
        <p:spPr>
          <a:xfrm flipV="1">
            <a:off x="4602208" y="1764892"/>
            <a:ext cx="1594434" cy="6586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A61BD7B-A9E2-1C63-2D2A-2567628E8752}"/>
              </a:ext>
            </a:extLst>
          </p:cNvPr>
          <p:cNvSpPr txBox="1"/>
          <p:nvPr/>
        </p:nvSpPr>
        <p:spPr>
          <a:xfrm>
            <a:off x="6196642" y="1272449"/>
            <a:ext cx="5205036" cy="800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200" dirty="0">
                <a:ea typeface="맑은 고딕"/>
              </a:rPr>
              <a:t>광주 더 파크 비스타 </a:t>
            </a:r>
            <a:r>
              <a:rPr lang="ko-KR" altLang="en-US" sz="1200" dirty="0" err="1">
                <a:ea typeface="맑은 고딕"/>
              </a:rPr>
              <a:t>데시앙</a:t>
            </a:r>
            <a:r>
              <a:rPr lang="ko-KR" altLang="en-US" sz="1200" dirty="0">
                <a:ea typeface="맑은 고딕"/>
              </a:rPr>
              <a:t> 입주를</a:t>
            </a:r>
          </a:p>
          <a:p>
            <a:pPr algn="ctr"/>
            <a:r>
              <a:rPr lang="ko-KR" altLang="en-US" sz="1200" dirty="0">
                <a:ea typeface="맑은 고딕"/>
              </a:rPr>
              <a:t>진심으로 </a:t>
            </a:r>
            <a:r>
              <a:rPr lang="ko-KR" altLang="en-US" sz="1200" dirty="0" err="1">
                <a:ea typeface="맑은 고딕"/>
              </a:rPr>
              <a:t>축하드립니다</a:t>
            </a:r>
            <a:endParaRPr lang="en-US" altLang="ko-KR" sz="1200" dirty="0" err="1">
              <a:ea typeface="맑은 고딕"/>
            </a:endParaRPr>
          </a:p>
          <a:p>
            <a:pPr algn="ctr"/>
            <a:r>
              <a:rPr lang="ko-KR" altLang="en-US" sz="1100" dirty="0">
                <a:latin typeface="Malgun Gothic"/>
                <a:ea typeface="Malgun Gothic"/>
              </a:rPr>
              <a:t>입주가구는</a:t>
            </a:r>
          </a:p>
          <a:p>
            <a:pPr algn="ctr"/>
            <a:r>
              <a:rPr lang="ko-KR" altLang="en-US" sz="1100" dirty="0" err="1">
                <a:latin typeface="Malgun Gothic"/>
                <a:ea typeface="Malgun Gothic"/>
              </a:rPr>
              <a:t>일룸</a:t>
            </a:r>
            <a:r>
              <a:rPr lang="ko-KR" altLang="en-US" sz="1100" dirty="0">
                <a:latin typeface="Malgun Gothic"/>
                <a:ea typeface="Malgun Gothic"/>
              </a:rPr>
              <a:t> </a:t>
            </a:r>
            <a:r>
              <a:rPr lang="ko-KR" altLang="en-US" sz="1100" dirty="0" err="1">
                <a:latin typeface="Malgun Gothic"/>
                <a:ea typeface="Malgun Gothic"/>
              </a:rPr>
              <a:t>프리미엄샵</a:t>
            </a:r>
            <a:r>
              <a:rPr lang="ko-KR" altLang="en-US" sz="1100" dirty="0">
                <a:latin typeface="Malgun Gothic"/>
                <a:ea typeface="Malgun Gothic"/>
              </a:rPr>
              <a:t> 분당서현과 </a:t>
            </a:r>
            <a:r>
              <a:rPr lang="ko-KR" altLang="en-US" sz="1100" dirty="0" err="1">
                <a:latin typeface="Malgun Gothic"/>
                <a:ea typeface="Malgun Gothic"/>
              </a:rPr>
              <a:t>일룸</a:t>
            </a:r>
            <a:r>
              <a:rPr lang="ko-KR" altLang="en-US" sz="1100" dirty="0">
                <a:latin typeface="Malgun Gothic"/>
                <a:ea typeface="Malgun Gothic"/>
              </a:rPr>
              <a:t> 분당에서 마련하세요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9F0864-541D-4A92-8046-B991F931A121}"/>
              </a:ext>
            </a:extLst>
          </p:cNvPr>
          <p:cNvSpPr txBox="1"/>
          <p:nvPr/>
        </p:nvSpPr>
        <p:spPr>
          <a:xfrm>
            <a:off x="188259" y="590613"/>
            <a:ext cx="2233666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/>
              <a:t>-X</a:t>
            </a:r>
            <a:r>
              <a:rPr lang="ko-KR" altLang="en-US" sz="1600" b="1"/>
              <a:t>배너</a:t>
            </a:r>
            <a:endParaRPr lang="en-US" altLang="ko-KR" sz="1600" b="1"/>
          </a:p>
          <a:p>
            <a:pPr>
              <a:lnSpc>
                <a:spcPct val="150000"/>
              </a:lnSpc>
            </a:pPr>
            <a:r>
              <a:rPr lang="ko-KR" altLang="en-US" sz="1600" b="1"/>
              <a:t>가로</a:t>
            </a:r>
            <a:r>
              <a:rPr lang="en-US" altLang="ko-KR" sz="1600" b="1"/>
              <a:t>600 </a:t>
            </a:r>
            <a:r>
              <a:rPr lang="ko-KR" altLang="en-US" sz="1600" b="1"/>
              <a:t>세로</a:t>
            </a:r>
            <a:r>
              <a:rPr lang="en-US" altLang="ko-KR" sz="1600" b="1"/>
              <a:t>1800</a:t>
            </a:r>
            <a:endParaRPr lang="ko-KR" altLang="en-US" sz="1600" b="1"/>
          </a:p>
        </p:txBody>
      </p:sp>
      <p:pic>
        <p:nvPicPr>
          <p:cNvPr id="2" name="그림 1" descr="사람, 인간의 얼굴, 의류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AF3706-6A0F-2EA2-D39C-52D58CD73B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962" b="-435"/>
          <a:stretch/>
        </p:blipFill>
        <p:spPr>
          <a:xfrm>
            <a:off x="2598392" y="2876795"/>
            <a:ext cx="2265524" cy="3505479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9D00EFFD-0359-D4D1-02C5-8CC889143975}"/>
              </a:ext>
            </a:extLst>
          </p:cNvPr>
          <p:cNvSpPr/>
          <p:nvPr/>
        </p:nvSpPr>
        <p:spPr>
          <a:xfrm>
            <a:off x="2858325" y="1271409"/>
            <a:ext cx="1743883" cy="23042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7FEFC-7073-484F-8960-ECFA70C0CE54}"/>
              </a:ext>
            </a:extLst>
          </p:cNvPr>
          <p:cNvSpPr txBox="1"/>
          <p:nvPr/>
        </p:nvSpPr>
        <p:spPr>
          <a:xfrm>
            <a:off x="2674186" y="587623"/>
            <a:ext cx="210033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ea typeface="맑은 고딕"/>
              </a:rPr>
              <a:t>iloom</a:t>
            </a:r>
            <a:r>
              <a:rPr lang="ko-KR" altLang="en-US" sz="2000" b="1" dirty="0">
                <a:solidFill>
                  <a:srgbClr val="FF0000"/>
                </a:solidFill>
                <a:ea typeface="맑은 고딕"/>
              </a:rPr>
              <a:t> 로고 삽입</a:t>
            </a:r>
          </a:p>
        </p:txBody>
      </p:sp>
    </p:spTree>
    <p:extLst>
      <p:ext uri="{BB962C8B-B14F-4D97-AF65-F5344CB8AC3E}">
        <p14:creationId xmlns:p14="http://schemas.microsoft.com/office/powerpoint/2010/main" val="3102340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135</Words>
  <Application>Microsoft Office PowerPoint</Application>
  <PresentationFormat>와이드스크린</PresentationFormat>
  <Paragraphs>24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일룸_노원점</dc:creator>
  <cp:lastModifiedBy>한나라 (Nala Han)</cp:lastModifiedBy>
  <cp:revision>165</cp:revision>
  <dcterms:created xsi:type="dcterms:W3CDTF">2024-08-09T03:25:45Z</dcterms:created>
  <dcterms:modified xsi:type="dcterms:W3CDTF">2026-02-11T05:48:04Z</dcterms:modified>
</cp:coreProperties>
</file>