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24827-201D-423B-A7DC-75A90049D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2528B9-E977-4713-B5CF-380DD2497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ECD61F-6966-44B5-B614-29C62C10E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9771A6-2633-49D1-ACDC-96D05E43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95F11C-054B-4696-BBF8-22BEF41F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98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F7886B-745E-4F71-9298-0D56D604F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0A7FFC-D431-4F17-9B45-DB9EDA0E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092665-5427-4003-B948-995DBA60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E9B58C-9A40-4BB9-BC31-103E73A09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8ED098-F6A4-4142-B064-0E61FA0D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75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3DFA75-6C85-48F8-BC59-67C538FED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33A43-F84B-468E-B702-254518A0A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61DF3D-38ED-4C69-B182-58082BFD5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1D2E99-949A-48F7-AC13-797D77ABB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CC8633-47F8-49B6-98EE-4D324931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908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1F1DF-79C6-42B1-BF98-EE17532B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F4FF0E-7EEA-4D83-90DE-CD80E9E54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D89357-ED13-4C2A-8972-7C31C0B49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CEC40F-DCB8-43D4-9AAB-FB9CA67B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DF575E-C6CB-42F7-A9F5-9365C8DC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A058C4-402C-4AF1-9643-0EED8B73E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8696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B6535-B8B4-4272-9A7A-CD277D42E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4000B2-0677-4A26-8086-1B8CA9A87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A78037-04FC-4B6C-9D15-2C7A6E997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DE6182-4F92-4390-85CF-662B647E09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A3FC3B-5C11-48D8-8B20-05804008D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1AD1CB-2A2B-460F-8E41-3A0C02585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ABCEDBB-3E38-41F1-9A8A-89D4790A3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649154-89E7-4F2F-8241-973E9D47E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678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71FF0-40C3-4588-B3E7-12CAECCBB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FB9336-3937-48ED-9C11-1F3C54EA0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D479CE-508D-431C-A65C-7E0C878F3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991DB7-02DC-4D11-9B6E-96325583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0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D757B7-6D0D-4555-B35D-94C19DD49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478D71-4A03-4A5B-AE7C-A11115FEC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011CA2-E659-4A53-AC2C-689F4071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760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3FE2D-C867-477A-8C18-E358777F6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916F2-40A3-4A04-863B-54F3E6FAC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C9EECD-F620-454B-B736-82BA25510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BE0FDB-F4E0-48FF-994D-F007EE4D9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093715-5373-4D47-BA03-61FA2DAB6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459F87-F519-4A55-86C9-128D9377A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713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241F27-AAF7-4B5B-98C5-386821128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293F93-8446-40E3-8DED-853BEF38E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5594D6-5232-4A9C-BD8B-BDC826D79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79C137-AC74-4F02-B7E2-77891B31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724059-E1A6-4AE4-A4CC-17B6B2821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D4AE27-690E-44A9-A52A-078402BAB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39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2384A-9B96-4253-A24B-A00BB8B01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A9C955-9341-4FD0-AFF4-D0153F260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6336E3-97F7-431D-B435-8A061663E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CF7BC7-AF12-4C08-92EA-6BAEFB797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7BD7FA-A7D3-41EF-97B7-F51462A6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17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2DC0C56-8899-4FEC-B260-1AC628732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311ED0-855E-4CA1-A001-B74D1A985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381497-3F66-47FB-BCD3-9DFE8262F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B75A-D11D-4D53-B007-E3872EB3B620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4B29CE-00FC-490E-8BF0-F9AB9F242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1B2C4F-E795-408D-B505-9F02A7F15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713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DF7F09-5EBC-40C4-A915-A9E7ED0A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5067FD-F84D-40C6-BC54-2DC3E9262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AF5563-166D-431C-B682-EA44B6AF7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CB75A-D11D-4D53-B007-E3872EB3B620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DA2290-93F5-48BC-9BA8-410B75995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AC0D1B-5F9F-49F4-9B13-B698AFFF8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030EE-2BE3-4888-808C-09E6DD3F3B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156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62FAFD2-DF81-43B6-89FB-29573B505E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89" b="2008"/>
          <a:stretch/>
        </p:blipFill>
        <p:spPr>
          <a:xfrm>
            <a:off x="3423066" y="108752"/>
            <a:ext cx="2362969" cy="6391922"/>
          </a:xfrm>
          <a:prstGeom prst="rect">
            <a:avLst/>
          </a:prstGeom>
        </p:spPr>
      </p:pic>
      <p:sp>
        <p:nvSpPr>
          <p:cNvPr id="6" name="부제목 2">
            <a:extLst>
              <a:ext uri="{FF2B5EF4-FFF2-40B4-BE49-F238E27FC236}">
                <a16:creationId xmlns:a16="http://schemas.microsoft.com/office/drawing/2014/main" id="{135B3E83-0576-4F13-B0EC-496447933A9C}"/>
              </a:ext>
            </a:extLst>
          </p:cNvPr>
          <p:cNvSpPr txBox="1">
            <a:spLocks/>
          </p:cNvSpPr>
          <p:nvPr/>
        </p:nvSpPr>
        <p:spPr>
          <a:xfrm>
            <a:off x="188259" y="294061"/>
            <a:ext cx="2250141" cy="36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b="1" dirty="0"/>
              <a:t>* </a:t>
            </a:r>
            <a:r>
              <a:rPr lang="ko-KR" altLang="en-US" sz="1600" b="1" dirty="0"/>
              <a:t>요청</a:t>
            </a:r>
            <a:r>
              <a:rPr lang="en-US" altLang="ko-KR" sz="1600" b="1" dirty="0"/>
              <a:t>1 </a:t>
            </a:r>
            <a:r>
              <a:rPr lang="ko-KR" altLang="en-US" sz="1600" b="1" dirty="0"/>
              <a:t>프로모션 안내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731D3-B64A-440C-B5C5-16D4EC379112}"/>
              </a:ext>
            </a:extLst>
          </p:cNvPr>
          <p:cNvSpPr txBox="1"/>
          <p:nvPr/>
        </p:nvSpPr>
        <p:spPr>
          <a:xfrm>
            <a:off x="188259" y="590613"/>
            <a:ext cx="2233666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-X</a:t>
            </a:r>
            <a:r>
              <a:rPr lang="ko-KR" altLang="en-US" sz="1600" b="1" dirty="0"/>
              <a:t>배너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r>
              <a:rPr lang="ko-KR" altLang="en-US" sz="1600" b="1" dirty="0"/>
              <a:t>가로</a:t>
            </a:r>
            <a:r>
              <a:rPr lang="en-US" altLang="ko-KR" sz="1600" b="1" dirty="0"/>
              <a:t>600 </a:t>
            </a:r>
            <a:r>
              <a:rPr lang="ko-KR" altLang="en-US" sz="1600" b="1" dirty="0"/>
              <a:t>세로</a:t>
            </a:r>
            <a:r>
              <a:rPr lang="en-US" altLang="ko-KR" sz="1600" b="1" dirty="0"/>
              <a:t>1800</a:t>
            </a:r>
            <a:endParaRPr lang="ko-KR" altLang="en-US" sz="1600" b="1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B24E48E-BCFA-48DF-BB7C-08B35F605FE8}"/>
              </a:ext>
            </a:extLst>
          </p:cNvPr>
          <p:cNvCxnSpPr>
            <a:cxnSpLocks/>
          </p:cNvCxnSpPr>
          <p:nvPr/>
        </p:nvCxnSpPr>
        <p:spPr>
          <a:xfrm>
            <a:off x="5515487" y="986192"/>
            <a:ext cx="1396747" cy="4781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5A1BF5A-8964-47E4-8543-56F83BF551B3}"/>
              </a:ext>
            </a:extLst>
          </p:cNvPr>
          <p:cNvSpPr txBox="1"/>
          <p:nvPr/>
        </p:nvSpPr>
        <p:spPr>
          <a:xfrm>
            <a:off x="6922003" y="1233511"/>
            <a:ext cx="429306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2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오산 세교 </a:t>
            </a:r>
            <a:r>
              <a:rPr lang="ko-KR" alt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파라곤</a:t>
            </a:r>
            <a:endParaRPr lang="en-US" altLang="ko-KR" sz="1200" dirty="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</a:endParaRPr>
          </a:p>
          <a:p>
            <a:pPr algn="ctr"/>
            <a:r>
              <a:rPr lang="ko-KR" altLang="en-US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입주</a:t>
            </a:r>
            <a:r>
              <a:rPr lang="en-US" altLang="ko-KR" sz="12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특별 프로모션</a:t>
            </a:r>
            <a:endParaRPr lang="en-US" altLang="ko-KR" sz="1200" dirty="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</a:endParaRPr>
          </a:p>
          <a:p>
            <a:pPr algn="ctr"/>
            <a:r>
              <a:rPr lang="en-US" altLang="ko-KR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03.06 – 03.08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3DD4123-058D-4561-B3BC-8208E0F81988}"/>
              </a:ext>
            </a:extLst>
          </p:cNvPr>
          <p:cNvSpPr/>
          <p:nvPr/>
        </p:nvSpPr>
        <p:spPr>
          <a:xfrm>
            <a:off x="3639306" y="663388"/>
            <a:ext cx="1885950" cy="8009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A2F5441-2ADD-4B47-B356-922F50187DE8}"/>
              </a:ext>
            </a:extLst>
          </p:cNvPr>
          <p:cNvSpPr/>
          <p:nvPr/>
        </p:nvSpPr>
        <p:spPr>
          <a:xfrm>
            <a:off x="3661575" y="1556676"/>
            <a:ext cx="1885950" cy="4172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62295E9-CBB7-4726-8A31-34F675DE847A}"/>
              </a:ext>
            </a:extLst>
          </p:cNvPr>
          <p:cNvCxnSpPr>
            <a:cxnSpLocks/>
          </p:cNvCxnSpPr>
          <p:nvPr/>
        </p:nvCxnSpPr>
        <p:spPr>
          <a:xfrm>
            <a:off x="5641254" y="1860017"/>
            <a:ext cx="1396747" cy="4781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38391E3-6062-432F-B8A0-E66B4C00512D}"/>
              </a:ext>
            </a:extLst>
          </p:cNvPr>
          <p:cNvSpPr txBox="1"/>
          <p:nvPr/>
        </p:nvSpPr>
        <p:spPr>
          <a:xfrm>
            <a:off x="6980002" y="2099093"/>
            <a:ext cx="4293065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2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매장명 삭제 </a:t>
            </a:r>
            <a:endParaRPr lang="en-US" altLang="ko-KR" sz="12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맑은 고딕"/>
              <a:ea typeface="맑은 고딕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00BAFB0-E858-439E-9F06-2F77CB5CB891}"/>
              </a:ext>
            </a:extLst>
          </p:cNvPr>
          <p:cNvCxnSpPr>
            <a:cxnSpLocks/>
          </p:cNvCxnSpPr>
          <p:nvPr/>
        </p:nvCxnSpPr>
        <p:spPr>
          <a:xfrm flipH="1" flipV="1">
            <a:off x="2547891" y="5150400"/>
            <a:ext cx="1391817" cy="6058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D4C449E-D3E0-4CC4-B021-5BAC1AD71570}"/>
              </a:ext>
            </a:extLst>
          </p:cNvPr>
          <p:cNvSpPr txBox="1"/>
          <p:nvPr/>
        </p:nvSpPr>
        <p:spPr>
          <a:xfrm>
            <a:off x="55204" y="4827178"/>
            <a:ext cx="3319790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1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내용 삭제</a:t>
            </a:r>
            <a:endParaRPr lang="ko-KR" altLang="en-US" sz="1100" dirty="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2290BB5-17A6-4E1F-8F7B-CB8B9D516E9D}"/>
              </a:ext>
            </a:extLst>
          </p:cNvPr>
          <p:cNvCxnSpPr>
            <a:cxnSpLocks/>
          </p:cNvCxnSpPr>
          <p:nvPr/>
        </p:nvCxnSpPr>
        <p:spPr>
          <a:xfrm flipV="1">
            <a:off x="5641253" y="3304713"/>
            <a:ext cx="1396748" cy="484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DE495AE-8B44-45EC-93D9-86FCA08D1BBE}"/>
              </a:ext>
            </a:extLst>
          </p:cNvPr>
          <p:cNvSpPr txBox="1"/>
          <p:nvPr/>
        </p:nvSpPr>
        <p:spPr>
          <a:xfrm>
            <a:off x="7038001" y="3136037"/>
            <a:ext cx="4293065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2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해당 내용 위치를 위로 올리고 </a:t>
            </a:r>
            <a:br>
              <a:rPr lang="en-US" altLang="ko-KR" sz="12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</a:br>
            <a:r>
              <a:rPr lang="ko-KR" altLang="en-US" sz="1200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아래에 혜택 내용 추가 </a:t>
            </a:r>
            <a:endParaRPr lang="en-US" altLang="ko-KR" sz="1200" dirty="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</a:endParaRPr>
          </a:p>
          <a:p>
            <a:pPr algn="ctr"/>
            <a:endParaRPr lang="en-US" altLang="ko-KR" sz="12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맑은 고딕"/>
              <a:ea typeface="맑은 고딕"/>
            </a:endParaRPr>
          </a:p>
          <a:p>
            <a:pPr algn="ctr"/>
            <a:r>
              <a:rPr lang="ko-KR" alt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세트 제품 구매 혜택</a:t>
            </a:r>
            <a:endParaRPr lang="en-US" altLang="ko-KR" sz="1200" b="1" dirty="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</a:endParaRPr>
          </a:p>
          <a:p>
            <a:r>
              <a:rPr lang="ko-KR" altLang="en-US" sz="1200" b="1" dirty="0">
                <a:highlight>
                  <a:srgbClr val="FFFFFF"/>
                </a:highlight>
              </a:rPr>
              <a:t>주방</a:t>
            </a:r>
            <a:r>
              <a:rPr lang="en-US" altLang="ko-KR" sz="1200" b="1" dirty="0">
                <a:highlight>
                  <a:srgbClr val="FFFFFF"/>
                </a:highlight>
              </a:rPr>
              <a:t>/ </a:t>
            </a:r>
            <a:r>
              <a:rPr lang="ko-KR" altLang="en-US" sz="1200" b="1" dirty="0">
                <a:highlight>
                  <a:srgbClr val="FFFFFF"/>
                </a:highlight>
              </a:rPr>
              <a:t>거실</a:t>
            </a:r>
            <a:r>
              <a:rPr lang="en-US" altLang="ko-KR" sz="1200" b="1" dirty="0">
                <a:highlight>
                  <a:srgbClr val="FFFFFF"/>
                </a:highlight>
              </a:rPr>
              <a:t>/ </a:t>
            </a:r>
            <a:r>
              <a:rPr lang="ko-KR" altLang="en-US" sz="1200" b="1" dirty="0">
                <a:highlight>
                  <a:srgbClr val="FFFFFF"/>
                </a:highlight>
              </a:rPr>
              <a:t>침실 내 </a:t>
            </a:r>
            <a:r>
              <a:rPr lang="ko-KR" altLang="en-US" sz="1200" b="1" dirty="0" err="1">
                <a:highlight>
                  <a:srgbClr val="FFFFFF"/>
                </a:highlight>
              </a:rPr>
              <a:t>일룸이</a:t>
            </a:r>
            <a:r>
              <a:rPr lang="ko-KR" altLang="en-US" sz="1200" b="1" dirty="0">
                <a:highlight>
                  <a:srgbClr val="FFFFFF"/>
                </a:highlight>
              </a:rPr>
              <a:t> 지정한 세트 구매 시</a:t>
            </a:r>
          </a:p>
          <a:p>
            <a:r>
              <a:rPr lang="ko-KR" altLang="en-US" sz="1200" b="1" dirty="0">
                <a:highlight>
                  <a:srgbClr val="FFFFFF"/>
                </a:highlight>
              </a:rPr>
              <a:t>해당 세트 구매금액의 </a:t>
            </a:r>
            <a:r>
              <a:rPr lang="en-US" altLang="ko-KR" sz="1200" b="1" dirty="0">
                <a:highlight>
                  <a:srgbClr val="FFFFFF"/>
                </a:highlight>
              </a:rPr>
              <a:t>3% </a:t>
            </a:r>
            <a:r>
              <a:rPr lang="ko-KR" altLang="en-US" sz="1200" b="1" dirty="0">
                <a:highlight>
                  <a:srgbClr val="FFFFFF"/>
                </a:highlight>
              </a:rPr>
              <a:t>추가 혜택</a:t>
            </a:r>
          </a:p>
          <a:p>
            <a:r>
              <a:rPr lang="ko-KR" altLang="en-US" sz="1200" b="1" dirty="0">
                <a:highlight>
                  <a:srgbClr val="FFFFFF"/>
                </a:highlight>
              </a:rPr>
              <a:t>세트 </a:t>
            </a:r>
            <a:r>
              <a:rPr lang="en-US" altLang="ko-KR" sz="1200" b="1" dirty="0">
                <a:highlight>
                  <a:srgbClr val="FFFFFF"/>
                </a:highlight>
              </a:rPr>
              <a:t>2</a:t>
            </a:r>
            <a:r>
              <a:rPr lang="ko-KR" altLang="en-US" sz="1200" b="1" dirty="0">
                <a:highlight>
                  <a:srgbClr val="FFFFFF"/>
                </a:highlight>
              </a:rPr>
              <a:t>개 이상 시 총 세트 구매금액의 </a:t>
            </a:r>
            <a:r>
              <a:rPr lang="en-US" altLang="ko-KR" sz="1200" b="1" dirty="0">
                <a:highlight>
                  <a:srgbClr val="FFFFFF"/>
                </a:highlight>
              </a:rPr>
              <a:t>5% </a:t>
            </a:r>
            <a:r>
              <a:rPr lang="ko-KR" altLang="en-US" sz="1200" b="1" dirty="0">
                <a:highlight>
                  <a:srgbClr val="FFFFFF"/>
                </a:highlight>
              </a:rPr>
              <a:t>혜택</a:t>
            </a:r>
            <a:endParaRPr lang="en-US" altLang="ko-KR" sz="1200" b="1" dirty="0">
              <a:highlight>
                <a:srgbClr val="FFFFFF"/>
              </a:highlight>
            </a:endParaRPr>
          </a:p>
          <a:p>
            <a:br>
              <a:rPr lang="en-US" altLang="ko-KR" sz="1200" dirty="0">
                <a:highlight>
                  <a:srgbClr val="FFFFFF"/>
                </a:highlight>
              </a:rPr>
            </a:br>
            <a:r>
              <a:rPr lang="en-US" altLang="ko-KR" sz="1200" dirty="0">
                <a:highlight>
                  <a:srgbClr val="FFFFFF"/>
                </a:highlight>
              </a:rPr>
              <a:t>(</a:t>
            </a:r>
            <a:r>
              <a:rPr lang="ko-KR" altLang="en-US" sz="1200" dirty="0">
                <a:highlight>
                  <a:srgbClr val="FFFFFF"/>
                </a:highlight>
              </a:rPr>
              <a:t>필요하다면 아래 이미지 활용</a:t>
            </a:r>
            <a:r>
              <a:rPr lang="en-US" altLang="ko-KR" sz="1200" dirty="0">
                <a:highlight>
                  <a:srgbClr val="FFFFFF"/>
                </a:highlight>
              </a:rPr>
              <a:t>)</a:t>
            </a:r>
            <a:endParaRPr lang="ko-KR" altLang="en-US" sz="1200" dirty="0">
              <a:highlight>
                <a:srgbClr val="FFFFFF"/>
              </a:highlight>
            </a:endParaRPr>
          </a:p>
          <a:p>
            <a:pPr algn="ctr"/>
            <a:endParaRPr lang="en-US" altLang="ko-KR" sz="12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맑은 고딕"/>
              <a:ea typeface="맑은 고딕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3464359-2F8B-4445-9C23-DAC8DABE3D42}"/>
              </a:ext>
            </a:extLst>
          </p:cNvPr>
          <p:cNvSpPr/>
          <p:nvPr/>
        </p:nvSpPr>
        <p:spPr>
          <a:xfrm>
            <a:off x="3634913" y="2083016"/>
            <a:ext cx="1885950" cy="21060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B785CED-B1BE-464C-9DCF-42ED53B35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308" y="5100099"/>
            <a:ext cx="2144450" cy="121169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6F2F187-79B3-406E-9EE6-69C97EAF8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938" y="5060635"/>
            <a:ext cx="1790942" cy="148031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EA317A90-C3D3-4C0E-95F9-B19D0DBA2F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208" y="5100099"/>
            <a:ext cx="1642052" cy="148031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99B6B6B-35F4-4BCF-B336-43A2079ABC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880" y="2688072"/>
            <a:ext cx="2788013" cy="1428525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7684585-888A-4F87-8C24-1C3BA99A9DFD}"/>
              </a:ext>
            </a:extLst>
          </p:cNvPr>
          <p:cNvCxnSpPr>
            <a:cxnSpLocks/>
            <a:endCxn id="2" idx="3"/>
          </p:cNvCxnSpPr>
          <p:nvPr/>
        </p:nvCxnSpPr>
        <p:spPr>
          <a:xfrm flipH="1">
            <a:off x="3117893" y="2983713"/>
            <a:ext cx="629504" cy="4186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4D1974E-D2C9-4D4A-AC73-73D12AD302B7}"/>
              </a:ext>
            </a:extLst>
          </p:cNvPr>
          <p:cNvSpPr txBox="1"/>
          <p:nvPr/>
        </p:nvSpPr>
        <p:spPr>
          <a:xfrm>
            <a:off x="947960" y="2841919"/>
            <a:ext cx="686406" cy="2308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입주 혜택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F84BC2-11B4-4DA9-B57E-90F5C1493FFF}"/>
              </a:ext>
            </a:extLst>
          </p:cNvPr>
          <p:cNvSpPr txBox="1"/>
          <p:nvPr/>
        </p:nvSpPr>
        <p:spPr>
          <a:xfrm>
            <a:off x="1487711" y="2597439"/>
            <a:ext cx="1043876" cy="246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현장 계약 혜택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A35A99-C983-4490-ACA6-79640EC78B50}"/>
              </a:ext>
            </a:extLst>
          </p:cNvPr>
          <p:cNvSpPr txBox="1"/>
          <p:nvPr/>
        </p:nvSpPr>
        <p:spPr>
          <a:xfrm>
            <a:off x="439989" y="2136115"/>
            <a:ext cx="2887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최대 </a:t>
            </a:r>
            <a:r>
              <a:rPr lang="en-US" altLang="ko-KR" dirty="0"/>
              <a:t>100</a:t>
            </a:r>
            <a:r>
              <a:rPr lang="ko-KR" altLang="en-US" dirty="0"/>
              <a:t>만원의 특별 혜택</a:t>
            </a:r>
          </a:p>
        </p:txBody>
      </p:sp>
    </p:spTree>
    <p:extLst>
      <p:ext uri="{BB962C8B-B14F-4D97-AF65-F5344CB8AC3E}">
        <p14:creationId xmlns:p14="http://schemas.microsoft.com/office/powerpoint/2010/main" val="875025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부제목 2">
            <a:extLst>
              <a:ext uri="{FF2B5EF4-FFF2-40B4-BE49-F238E27FC236}">
                <a16:creationId xmlns:a16="http://schemas.microsoft.com/office/drawing/2014/main" id="{135B3E83-0576-4F13-B0EC-496447933A9C}"/>
              </a:ext>
            </a:extLst>
          </p:cNvPr>
          <p:cNvSpPr txBox="1">
            <a:spLocks/>
          </p:cNvSpPr>
          <p:nvPr/>
        </p:nvSpPr>
        <p:spPr>
          <a:xfrm>
            <a:off x="188259" y="294061"/>
            <a:ext cx="2250141" cy="3693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b="1" dirty="0"/>
              <a:t>* </a:t>
            </a:r>
            <a:r>
              <a:rPr lang="ko-KR" altLang="en-US" sz="1600" b="1" dirty="0"/>
              <a:t>요청</a:t>
            </a:r>
            <a:r>
              <a:rPr lang="en-US" altLang="ko-KR" sz="1600" b="1" dirty="0"/>
              <a:t>2 </a:t>
            </a:r>
            <a:r>
              <a:rPr lang="ko-KR" altLang="en-US" sz="1600" b="1" dirty="0"/>
              <a:t>입주 축하 배너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731D3-B64A-440C-B5C5-16D4EC379112}"/>
              </a:ext>
            </a:extLst>
          </p:cNvPr>
          <p:cNvSpPr txBox="1"/>
          <p:nvPr/>
        </p:nvSpPr>
        <p:spPr>
          <a:xfrm>
            <a:off x="188259" y="590613"/>
            <a:ext cx="2233666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-X</a:t>
            </a:r>
            <a:r>
              <a:rPr lang="ko-KR" altLang="en-US" sz="1600" b="1" dirty="0"/>
              <a:t>배너</a:t>
            </a:r>
            <a:endParaRPr lang="en-US" altLang="ko-KR" sz="1600" b="1" dirty="0"/>
          </a:p>
          <a:p>
            <a:pPr>
              <a:lnSpc>
                <a:spcPct val="150000"/>
              </a:lnSpc>
            </a:pPr>
            <a:r>
              <a:rPr lang="ko-KR" altLang="en-US" sz="1600" b="1" dirty="0"/>
              <a:t>가로</a:t>
            </a:r>
            <a:r>
              <a:rPr lang="en-US" altLang="ko-KR" sz="1600" b="1" dirty="0"/>
              <a:t>600 </a:t>
            </a:r>
            <a:r>
              <a:rPr lang="ko-KR" altLang="en-US" sz="1600" b="1" dirty="0"/>
              <a:t>세로</a:t>
            </a:r>
            <a:r>
              <a:rPr lang="en-US" altLang="ko-KR" sz="1600" b="1" dirty="0"/>
              <a:t>1800</a:t>
            </a:r>
            <a:endParaRPr lang="ko-KR" altLang="en-US" sz="16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EEC4A04-025B-43E7-896A-CC532039D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845" y="0"/>
            <a:ext cx="2580409" cy="685800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0A09B07F-4135-4342-9795-20A4B2CF8769}"/>
              </a:ext>
            </a:extLst>
          </p:cNvPr>
          <p:cNvSpPr/>
          <p:nvPr/>
        </p:nvSpPr>
        <p:spPr>
          <a:xfrm>
            <a:off x="3389348" y="1920918"/>
            <a:ext cx="2034907" cy="10974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38A51D3-4C73-465B-B2C9-1B1F4E31AA2F}"/>
              </a:ext>
            </a:extLst>
          </p:cNvPr>
          <p:cNvCxnSpPr>
            <a:cxnSpLocks/>
          </p:cNvCxnSpPr>
          <p:nvPr/>
        </p:nvCxnSpPr>
        <p:spPr>
          <a:xfrm>
            <a:off x="5483439" y="2099093"/>
            <a:ext cx="1396747" cy="4781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FF3B79A-5B56-4E81-B246-8FD4666345FC}"/>
              </a:ext>
            </a:extLst>
          </p:cNvPr>
          <p:cNvSpPr txBox="1"/>
          <p:nvPr/>
        </p:nvSpPr>
        <p:spPr>
          <a:xfrm>
            <a:off x="6939370" y="2438745"/>
            <a:ext cx="429306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오산 세교 </a:t>
            </a:r>
            <a:r>
              <a:rPr lang="ko-KR" altLang="en-US" sz="12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파라곤</a:t>
            </a:r>
            <a:endParaRPr lang="en-US" altLang="ko-KR" sz="12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맑은 고딕"/>
              <a:ea typeface="맑은 고딕"/>
            </a:endParaRPr>
          </a:p>
          <a:p>
            <a:pPr algn="ctr"/>
            <a:endParaRPr lang="en-US" altLang="ko-KR" sz="1200" dirty="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</a:endParaRPr>
          </a:p>
          <a:p>
            <a:pPr algn="ctr"/>
            <a:r>
              <a:rPr lang="ko-KR" altLang="en-US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입주가구는 </a:t>
            </a:r>
            <a:r>
              <a:rPr lang="ko-KR" altLang="en-US" sz="1200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일룸</a:t>
            </a:r>
            <a:r>
              <a:rPr lang="ko-KR" altLang="en-US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 평택점에서 마련하세요</a:t>
            </a:r>
            <a:r>
              <a:rPr lang="en-US" altLang="ko-KR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60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983C56A-AA1F-481E-BE9B-93244D382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578" y="0"/>
            <a:ext cx="4848844" cy="6858000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37F1FD54-5BE1-40BB-BE06-597A14D5A84E}"/>
              </a:ext>
            </a:extLst>
          </p:cNvPr>
          <p:cNvSpPr txBox="1">
            <a:spLocks/>
          </p:cNvSpPr>
          <p:nvPr/>
        </p:nvSpPr>
        <p:spPr>
          <a:xfrm>
            <a:off x="188259" y="294061"/>
            <a:ext cx="2250141" cy="3693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b="1" dirty="0"/>
              <a:t>* </a:t>
            </a:r>
            <a:r>
              <a:rPr lang="ko-KR" altLang="en-US" sz="1400" b="1" dirty="0"/>
              <a:t>요청</a:t>
            </a:r>
            <a:r>
              <a:rPr lang="en-US" altLang="ko-KR" sz="1400" b="1" dirty="0"/>
              <a:t>3 </a:t>
            </a:r>
            <a:r>
              <a:rPr lang="ko-KR" altLang="en-US" sz="1400" b="1" dirty="0"/>
              <a:t>프로모션 안내</a:t>
            </a:r>
            <a:r>
              <a:rPr lang="en-US" altLang="ko-KR" sz="1400" b="1" dirty="0"/>
              <a:t>POP</a:t>
            </a:r>
            <a:endParaRPr lang="ko-KR" altLang="en-US" sz="1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7F69C0-5C06-44C1-9748-5E0A6A31B301}"/>
              </a:ext>
            </a:extLst>
          </p:cNvPr>
          <p:cNvSpPr txBox="1"/>
          <p:nvPr/>
        </p:nvSpPr>
        <p:spPr>
          <a:xfrm>
            <a:off x="188259" y="590613"/>
            <a:ext cx="2233666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-A4 </a:t>
            </a:r>
            <a:r>
              <a:rPr lang="ko-KR" altLang="en-US" sz="1600" b="1" dirty="0"/>
              <a:t>사이즈</a:t>
            </a:r>
            <a:endParaRPr lang="en-US" altLang="ko-KR" sz="1600" b="1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2E9E6685-6527-4708-8F62-F8994BEBB0E7}"/>
              </a:ext>
            </a:extLst>
          </p:cNvPr>
          <p:cNvCxnSpPr/>
          <p:nvPr/>
        </p:nvCxnSpPr>
        <p:spPr>
          <a:xfrm>
            <a:off x="7792453" y="590613"/>
            <a:ext cx="1455938" cy="712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4F7A63C-F675-4DA4-8651-472ECBCB2E8F}"/>
              </a:ext>
            </a:extLst>
          </p:cNvPr>
          <p:cNvSpPr txBox="1"/>
          <p:nvPr/>
        </p:nvSpPr>
        <p:spPr>
          <a:xfrm>
            <a:off x="9374819" y="1004637"/>
            <a:ext cx="1963999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오산 세교 </a:t>
            </a:r>
            <a:r>
              <a:rPr lang="ko-KR" altLang="en-US" dirty="0" err="1"/>
              <a:t>파라곤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E7BB301-8460-43CC-9482-10482D018063}"/>
              </a:ext>
            </a:extLst>
          </p:cNvPr>
          <p:cNvCxnSpPr/>
          <p:nvPr/>
        </p:nvCxnSpPr>
        <p:spPr>
          <a:xfrm>
            <a:off x="7609642" y="3047008"/>
            <a:ext cx="1455938" cy="712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018EEEEA-C41F-48AE-B801-B4D5993F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2753" y="3403333"/>
            <a:ext cx="3662998" cy="1284077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5365B36-778E-4927-AD83-771109F0EA23}"/>
              </a:ext>
            </a:extLst>
          </p:cNvPr>
          <p:cNvCxnSpPr/>
          <p:nvPr/>
        </p:nvCxnSpPr>
        <p:spPr>
          <a:xfrm>
            <a:off x="7387700" y="1526541"/>
            <a:ext cx="1455938" cy="712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63DE4F7-A8AA-4918-B99B-F4E750A20EBB}"/>
              </a:ext>
            </a:extLst>
          </p:cNvPr>
          <p:cNvSpPr txBox="1"/>
          <p:nvPr/>
        </p:nvSpPr>
        <p:spPr>
          <a:xfrm>
            <a:off x="8959048" y="2054526"/>
            <a:ext cx="1569660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일룸</a:t>
            </a:r>
            <a:r>
              <a:rPr lang="ko-KR" altLang="en-US" dirty="0"/>
              <a:t> </a:t>
            </a:r>
            <a:r>
              <a:rPr lang="ko-KR" altLang="en-US" dirty="0" err="1"/>
              <a:t>평택점</a:t>
            </a:r>
            <a:endParaRPr lang="en-US" altLang="ko-KR" dirty="0"/>
          </a:p>
          <a:p>
            <a:r>
              <a:rPr lang="ko-KR" altLang="en-US" dirty="0"/>
              <a:t>최대 </a:t>
            </a:r>
            <a:r>
              <a:rPr lang="en-US" altLang="ko-KR" dirty="0"/>
              <a:t>110</a:t>
            </a:r>
            <a:r>
              <a:rPr lang="ko-KR" altLang="en-US" dirty="0"/>
              <a:t>만원</a:t>
            </a:r>
            <a:endParaRPr lang="en-US" altLang="ko-KR" dirty="0"/>
          </a:p>
          <a:p>
            <a:r>
              <a:rPr lang="en-US" altLang="ko-KR" dirty="0"/>
              <a:t>03.06-03.08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6D017-D7E3-43D8-B454-C1C511E95494}"/>
              </a:ext>
            </a:extLst>
          </p:cNvPr>
          <p:cNvSpPr txBox="1"/>
          <p:nvPr/>
        </p:nvSpPr>
        <p:spPr>
          <a:xfrm>
            <a:off x="2304540" y="5780857"/>
            <a:ext cx="148442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1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삭제</a:t>
            </a:r>
            <a:endParaRPr lang="ko-KR" altLang="en-US" sz="1100" dirty="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414A8F3-12AB-42C2-B708-459635517330}"/>
              </a:ext>
            </a:extLst>
          </p:cNvPr>
          <p:cNvCxnSpPr>
            <a:cxnSpLocks/>
          </p:cNvCxnSpPr>
          <p:nvPr/>
        </p:nvCxnSpPr>
        <p:spPr>
          <a:xfrm flipH="1" flipV="1">
            <a:off x="3865830" y="5921406"/>
            <a:ext cx="9103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18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6B05EA-E1B7-483E-93A7-F93586978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578" y="0"/>
            <a:ext cx="4848844" cy="6858000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FF15CCF-DAB6-4CAA-9D24-208D0E04E1B6}"/>
              </a:ext>
            </a:extLst>
          </p:cNvPr>
          <p:cNvCxnSpPr>
            <a:cxnSpLocks/>
          </p:cNvCxnSpPr>
          <p:nvPr/>
        </p:nvCxnSpPr>
        <p:spPr>
          <a:xfrm flipH="1" flipV="1">
            <a:off x="4075667" y="4655903"/>
            <a:ext cx="980435" cy="486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부제목 2">
            <a:extLst>
              <a:ext uri="{FF2B5EF4-FFF2-40B4-BE49-F238E27FC236}">
                <a16:creationId xmlns:a16="http://schemas.microsoft.com/office/drawing/2014/main" id="{DE2649B1-D246-4584-B64A-5ED6520449B0}"/>
              </a:ext>
            </a:extLst>
          </p:cNvPr>
          <p:cNvSpPr txBox="1">
            <a:spLocks/>
          </p:cNvSpPr>
          <p:nvPr/>
        </p:nvSpPr>
        <p:spPr>
          <a:xfrm>
            <a:off x="188259" y="294061"/>
            <a:ext cx="2250141" cy="3693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b="1" dirty="0"/>
              <a:t>* </a:t>
            </a:r>
            <a:r>
              <a:rPr lang="ko-KR" altLang="en-US" sz="1400" b="1" dirty="0"/>
              <a:t>요청</a:t>
            </a:r>
            <a:r>
              <a:rPr lang="en-US" altLang="ko-KR" sz="1400" b="1" dirty="0"/>
              <a:t>4 </a:t>
            </a:r>
            <a:r>
              <a:rPr lang="ko-KR" altLang="en-US" sz="1400" b="1" dirty="0"/>
              <a:t>프로모션 안내</a:t>
            </a:r>
            <a:r>
              <a:rPr lang="en-US" altLang="ko-KR" sz="1400" b="1" dirty="0"/>
              <a:t>POP</a:t>
            </a:r>
            <a:endParaRPr lang="ko-KR" alt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14F066-99E9-46CB-89D2-CE4C5D358FE4}"/>
              </a:ext>
            </a:extLst>
          </p:cNvPr>
          <p:cNvSpPr txBox="1"/>
          <p:nvPr/>
        </p:nvSpPr>
        <p:spPr>
          <a:xfrm>
            <a:off x="188259" y="590613"/>
            <a:ext cx="2233666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-A4 </a:t>
            </a:r>
            <a:r>
              <a:rPr lang="ko-KR" altLang="en-US" sz="1600" b="1" dirty="0"/>
              <a:t>사이즈</a:t>
            </a:r>
            <a:endParaRPr lang="en-US" altLang="ko-KR" sz="1600" b="1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AB769C2-0A51-4A03-9CAF-672CB7E681CE}"/>
              </a:ext>
            </a:extLst>
          </p:cNvPr>
          <p:cNvCxnSpPr>
            <a:cxnSpLocks/>
          </p:cNvCxnSpPr>
          <p:nvPr/>
        </p:nvCxnSpPr>
        <p:spPr>
          <a:xfrm>
            <a:off x="7792453" y="476600"/>
            <a:ext cx="1051185" cy="186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61B2456-2789-4A9F-9E9C-6782BBDAFAAE}"/>
              </a:ext>
            </a:extLst>
          </p:cNvPr>
          <p:cNvSpPr txBox="1"/>
          <p:nvPr/>
        </p:nvSpPr>
        <p:spPr>
          <a:xfrm>
            <a:off x="8967414" y="385169"/>
            <a:ext cx="1765227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오산 세교 </a:t>
            </a:r>
            <a:r>
              <a:rPr lang="ko-KR" altLang="en-US" sz="1600" dirty="0" err="1"/>
              <a:t>파라곤</a:t>
            </a:r>
            <a:endParaRPr lang="en-US" altLang="ko-KR" sz="1600" dirty="0"/>
          </a:p>
          <a:p>
            <a:r>
              <a:rPr lang="ko-KR" altLang="en-US" sz="1600" dirty="0"/>
              <a:t>특별 프로모션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94946F9-6C3E-4A3D-9538-CD686C8E0C88}"/>
              </a:ext>
            </a:extLst>
          </p:cNvPr>
          <p:cNvCxnSpPr>
            <a:cxnSpLocks/>
          </p:cNvCxnSpPr>
          <p:nvPr/>
        </p:nvCxnSpPr>
        <p:spPr>
          <a:xfrm flipH="1">
            <a:off x="3806449" y="1467367"/>
            <a:ext cx="939883" cy="325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58D42C8-3DF4-4C85-87F0-C524A08479B9}"/>
              </a:ext>
            </a:extLst>
          </p:cNvPr>
          <p:cNvSpPr txBox="1"/>
          <p:nvPr/>
        </p:nvSpPr>
        <p:spPr>
          <a:xfrm>
            <a:off x="7880653" y="2143210"/>
            <a:ext cx="4474302" cy="14773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세트 구매 혜택</a:t>
            </a:r>
            <a:r>
              <a:rPr lang="en-US" altLang="ko-KR" dirty="0"/>
              <a:t>-</a:t>
            </a:r>
            <a:br>
              <a:rPr lang="en-US" altLang="ko-KR" dirty="0"/>
            </a:br>
            <a:r>
              <a:rPr lang="ko-KR" altLang="en-US" dirty="0"/>
              <a:t>주방</a:t>
            </a:r>
            <a:r>
              <a:rPr lang="en-US" altLang="ko-KR" dirty="0"/>
              <a:t>/</a:t>
            </a:r>
            <a:r>
              <a:rPr lang="ko-KR" altLang="en-US" dirty="0"/>
              <a:t>거실</a:t>
            </a:r>
            <a:r>
              <a:rPr lang="en-US" altLang="ko-KR" dirty="0"/>
              <a:t>/</a:t>
            </a:r>
            <a:r>
              <a:rPr lang="ko-KR" altLang="en-US" dirty="0"/>
              <a:t>침실 내 </a:t>
            </a:r>
            <a:r>
              <a:rPr lang="ko-KR" altLang="en-US" dirty="0" err="1"/>
              <a:t>일룸</a:t>
            </a:r>
            <a:r>
              <a:rPr lang="ko-KR" altLang="en-US" dirty="0"/>
              <a:t> 추천 세트 </a:t>
            </a:r>
            <a:r>
              <a:rPr lang="ko-KR" altLang="en-US" dirty="0" err="1"/>
              <a:t>구매시</a:t>
            </a:r>
            <a:endParaRPr lang="en-US" altLang="ko-KR" dirty="0"/>
          </a:p>
          <a:p>
            <a:r>
              <a:rPr lang="ko-KR" altLang="en-US" dirty="0"/>
              <a:t>해당 세트 구매금액의 최대 </a:t>
            </a:r>
            <a:r>
              <a:rPr lang="en-US" altLang="ko-KR" dirty="0"/>
              <a:t>5% </a:t>
            </a:r>
            <a:r>
              <a:rPr lang="ko-KR" altLang="en-US" dirty="0"/>
              <a:t>추가혜택</a:t>
            </a:r>
            <a:endParaRPr lang="en-US" altLang="ko-KR" dirty="0"/>
          </a:p>
          <a:p>
            <a:r>
              <a:rPr lang="en-US" altLang="ko-KR" dirty="0"/>
              <a:t>(1</a:t>
            </a:r>
            <a:r>
              <a:rPr lang="ko-KR" altLang="en-US" dirty="0"/>
              <a:t>세트</a:t>
            </a:r>
            <a:r>
              <a:rPr lang="en-US" altLang="ko-KR" dirty="0"/>
              <a:t>- 3% , 2</a:t>
            </a:r>
            <a:r>
              <a:rPr lang="ko-KR" altLang="en-US" dirty="0"/>
              <a:t>세트 이상 </a:t>
            </a:r>
            <a:r>
              <a:rPr lang="en-US" altLang="ko-KR" dirty="0"/>
              <a:t>5% </a:t>
            </a:r>
            <a:r>
              <a:rPr lang="ko-KR" altLang="en-US" dirty="0"/>
              <a:t>혜택 제공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7D7C124-CBB9-470E-8EE9-52E6424A0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653" y="3603025"/>
            <a:ext cx="3590462" cy="16362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D4739C-0F8D-45C9-ABCB-A321704490CA}"/>
              </a:ext>
            </a:extLst>
          </p:cNvPr>
          <p:cNvSpPr txBox="1"/>
          <p:nvPr/>
        </p:nvSpPr>
        <p:spPr>
          <a:xfrm>
            <a:off x="10971895" y="3986724"/>
            <a:ext cx="1794081" cy="12772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밴쿠버 소파</a:t>
            </a:r>
            <a:endParaRPr lang="en-US" altLang="ko-KR" sz="1100" dirty="0"/>
          </a:p>
          <a:p>
            <a:r>
              <a:rPr lang="ko-KR" altLang="en-US" sz="1100" dirty="0" err="1"/>
              <a:t>어라운드</a:t>
            </a:r>
            <a:r>
              <a:rPr lang="ko-KR" altLang="en-US" sz="1100" dirty="0"/>
              <a:t> 소파</a:t>
            </a:r>
            <a:endParaRPr lang="en-US" altLang="ko-KR" sz="1100" dirty="0"/>
          </a:p>
          <a:p>
            <a:r>
              <a:rPr lang="ko-KR" altLang="en-US" sz="1100" dirty="0" err="1"/>
              <a:t>컬렉트</a:t>
            </a:r>
            <a:r>
              <a:rPr lang="ko-KR" altLang="en-US" sz="1100" dirty="0"/>
              <a:t> 옷장</a:t>
            </a:r>
            <a:endParaRPr lang="en-US" altLang="ko-KR" sz="1100" dirty="0"/>
          </a:p>
          <a:p>
            <a:r>
              <a:rPr lang="ko-KR" altLang="en-US" sz="1100" dirty="0" err="1"/>
              <a:t>테일러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드레스룸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위에 </a:t>
            </a:r>
            <a:r>
              <a:rPr lang="ko-KR" altLang="en-US" sz="1100" dirty="0" err="1"/>
              <a:t>처럼</a:t>
            </a:r>
            <a:r>
              <a:rPr lang="ko-KR" altLang="en-US" sz="1100" dirty="0"/>
              <a:t> 시리즈명 뒤에 </a:t>
            </a:r>
            <a:endParaRPr lang="en-US" altLang="ko-KR" sz="1100" dirty="0"/>
          </a:p>
          <a:p>
            <a:r>
              <a:rPr lang="ko-KR" altLang="en-US" sz="1100" dirty="0" err="1"/>
              <a:t>품목종류을</a:t>
            </a:r>
            <a:r>
              <a:rPr lang="ko-KR" altLang="en-US" sz="1100" dirty="0"/>
              <a:t> 넣어주세요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E733E5D-D1F4-4E05-9531-6BD7045278F8}"/>
              </a:ext>
            </a:extLst>
          </p:cNvPr>
          <p:cNvCxnSpPr>
            <a:cxnSpLocks/>
          </p:cNvCxnSpPr>
          <p:nvPr/>
        </p:nvCxnSpPr>
        <p:spPr>
          <a:xfrm>
            <a:off x="7187774" y="2528789"/>
            <a:ext cx="1031878" cy="576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BD1CE02-F268-47A4-9F36-5BD6150059C3}"/>
              </a:ext>
            </a:extLst>
          </p:cNvPr>
          <p:cNvSpPr txBox="1"/>
          <p:nvPr/>
        </p:nvSpPr>
        <p:spPr>
          <a:xfrm>
            <a:off x="583745" y="1526541"/>
            <a:ext cx="3140603" cy="8309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오산 세교 </a:t>
            </a:r>
            <a:r>
              <a:rPr lang="ko-KR" altLang="en-US" sz="1600" dirty="0" err="1"/>
              <a:t>파라곤</a:t>
            </a:r>
            <a:r>
              <a:rPr lang="ko-KR" altLang="en-US" sz="1600" dirty="0"/>
              <a:t> 입주민을 위한</a:t>
            </a:r>
            <a:endParaRPr lang="en-US" altLang="ko-KR" sz="1600" dirty="0"/>
          </a:p>
          <a:p>
            <a:r>
              <a:rPr lang="ko-KR" altLang="en-US" sz="1600" dirty="0"/>
              <a:t>특별한 혜택을 만나보세요</a:t>
            </a:r>
            <a:endParaRPr lang="en-US" altLang="ko-KR" sz="1600" dirty="0"/>
          </a:p>
          <a:p>
            <a:r>
              <a:rPr lang="en-US" altLang="ko-KR" sz="1600" dirty="0"/>
              <a:t>03.06-04.05</a:t>
            </a:r>
            <a:endParaRPr lang="ko-KR" alt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45A4C3-4B51-4377-AEEF-8932A8479DB8}"/>
              </a:ext>
            </a:extLst>
          </p:cNvPr>
          <p:cNvSpPr txBox="1"/>
          <p:nvPr/>
        </p:nvSpPr>
        <p:spPr>
          <a:xfrm>
            <a:off x="-19872" y="3359317"/>
            <a:ext cx="4006225" cy="212365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-</a:t>
            </a:r>
            <a:r>
              <a:rPr lang="ko-KR" altLang="en-US" sz="1600" dirty="0"/>
              <a:t>입주자 카페 후기 작성 혜택</a:t>
            </a:r>
            <a:r>
              <a:rPr lang="en-US" altLang="ko-KR" sz="1600" dirty="0"/>
              <a:t>-</a:t>
            </a:r>
            <a:br>
              <a:rPr lang="en-US" altLang="ko-KR" sz="1600" dirty="0"/>
            </a:br>
            <a:endParaRPr lang="en-US" altLang="ko-KR" sz="1600" dirty="0"/>
          </a:p>
          <a:p>
            <a:r>
              <a:rPr lang="ko-KR" altLang="en-US" sz="1600" dirty="0"/>
              <a:t>나눌수록 더욱 커지는 혜택을 소개합니다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입주민 커뮤니티에 </a:t>
            </a:r>
            <a:endParaRPr lang="en-US" altLang="ko-KR" sz="1600" dirty="0"/>
          </a:p>
          <a:p>
            <a:r>
              <a:rPr lang="ko-KR" altLang="en-US" sz="1600" dirty="0"/>
              <a:t>상담 </a:t>
            </a:r>
            <a:r>
              <a:rPr lang="en-US" altLang="ko-KR" sz="1600" dirty="0"/>
              <a:t>/ </a:t>
            </a:r>
            <a:r>
              <a:rPr lang="ko-KR" altLang="en-US" sz="1600" dirty="0"/>
              <a:t>구매 후기 </a:t>
            </a:r>
            <a:endParaRPr lang="en-US" altLang="ko-KR" sz="1600" dirty="0"/>
          </a:p>
          <a:p>
            <a:r>
              <a:rPr lang="ko-KR" altLang="en-US" sz="1600" dirty="0"/>
              <a:t>작성 시 선착순 </a:t>
            </a:r>
            <a:r>
              <a:rPr lang="en-US" altLang="ko-KR" sz="1600" dirty="0"/>
              <a:t>20</a:t>
            </a:r>
            <a:r>
              <a:rPr lang="ko-KR" altLang="en-US" sz="1600" dirty="0"/>
              <a:t>명 한정</a:t>
            </a:r>
            <a:endParaRPr lang="en-US" altLang="ko-KR" sz="1600" dirty="0"/>
          </a:p>
          <a:p>
            <a:r>
              <a:rPr lang="ko-KR" altLang="en-US" sz="1600" dirty="0"/>
              <a:t>신세계 상품권 </a:t>
            </a:r>
            <a:r>
              <a:rPr lang="en-US" altLang="ko-KR" sz="1600" dirty="0"/>
              <a:t>1</a:t>
            </a:r>
            <a:r>
              <a:rPr lang="ko-KR" altLang="en-US" sz="1600" dirty="0"/>
              <a:t>만원 증정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5ADEEC-9201-4B79-A6DE-F604287C44D3}"/>
              </a:ext>
            </a:extLst>
          </p:cNvPr>
          <p:cNvSpPr txBox="1"/>
          <p:nvPr/>
        </p:nvSpPr>
        <p:spPr>
          <a:xfrm>
            <a:off x="2304540" y="5780857"/>
            <a:ext cx="1484424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sz="1100">
                <a:solidFill>
                  <a:srgbClr val="000000"/>
                </a:solidFill>
                <a:highlight>
                  <a:srgbClr val="FFFFFF"/>
                </a:highlight>
                <a:latin typeface="맑은 고딕"/>
                <a:ea typeface="맑은 고딕"/>
              </a:rPr>
              <a:t>삭제</a:t>
            </a:r>
            <a:endParaRPr lang="ko-KR" altLang="en-US" sz="1100" dirty="0">
              <a:solidFill>
                <a:srgbClr val="000000"/>
              </a:solidFill>
              <a:highlight>
                <a:srgbClr val="FFFFFF"/>
              </a:highlight>
              <a:latin typeface="맑은 고딕"/>
              <a:ea typeface="맑은 고딕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1D00664-7333-43EE-9BF2-DDC964886F44}"/>
              </a:ext>
            </a:extLst>
          </p:cNvPr>
          <p:cNvCxnSpPr>
            <a:cxnSpLocks/>
          </p:cNvCxnSpPr>
          <p:nvPr/>
        </p:nvCxnSpPr>
        <p:spPr>
          <a:xfrm flipH="1" flipV="1">
            <a:off x="3865830" y="5921406"/>
            <a:ext cx="9103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533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238</Words>
  <Application>Microsoft Office PowerPoint</Application>
  <PresentationFormat>와이드스크린</PresentationFormat>
  <Paragraphs>56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채선경 (Sunkyeong Chea)</dc:creator>
  <cp:lastModifiedBy>채선경 (Sunkyeong Chea)</cp:lastModifiedBy>
  <cp:revision>11</cp:revision>
  <dcterms:created xsi:type="dcterms:W3CDTF">2026-02-24T23:55:22Z</dcterms:created>
  <dcterms:modified xsi:type="dcterms:W3CDTF">2026-02-25T12:02:04Z</dcterms:modified>
</cp:coreProperties>
</file>