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F2"/>
    <a:srgbClr val="F4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9408C-2CE7-FC51-2309-21F03F82D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2B1F36-6464-1CAB-16C7-01927C63F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C159F-9421-8177-BE66-FBF83468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5A554-4A05-C913-DBEE-93F54317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41B087-D35A-B833-7573-35FA057F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63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B0D2D-4A4B-56CF-4BD8-EDC6A6CE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EBF17-3B96-79B2-7338-8C68A1B02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E56E47-7CA5-6D8A-F648-5B8BA453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40F5CE-5047-78EB-40D9-26FA00D4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A287C5-E480-2388-D551-115CE916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039A3-95DD-0CAD-6A10-1B2B151F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BF672-50DC-9BEF-D0A5-527CFFF5C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DAB5E-F723-A833-83AE-81E873EA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E5D77-D616-9D54-98AB-9A90FA44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CDB831-BA14-60FD-197C-C5B58CBB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23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51705-EC65-72EC-67AA-F529AA35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03AE4-6CDD-E94E-0EFC-966C8F479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8C4645-E308-1944-5303-DE509525E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069951-4EF4-A8AF-125D-98731A84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2342FC-D113-6270-C7EF-8764FF85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3FC889-D5D4-698B-4C9C-BA5308C6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18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F4457-FF1D-87DD-DB4F-E93C1EBD0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73EC59-F9BC-05C3-602F-00219C1A4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14D5A1-2DCE-3C65-4762-6EDE731E3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EFA2E9-36D7-8E9C-D401-55393BDAB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0DC2BA-2669-00EE-69D5-5271296EB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74C3BD-14AD-9F63-5CF9-288BB4EC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B99627-A64B-13E4-43DD-87ADE8C1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A58FA9-6165-0157-781E-A982AE176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0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419D4-F569-3823-D51D-C83D6C6B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C69534-BC65-F439-4BFF-FD4F81C7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54EE7E-7438-13E4-4A69-169DEC1BA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117F17-D880-99C9-E463-663150C0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3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9C98AF-902F-4311-E458-9BB87257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638EAA-2ED1-F980-81AA-ED166CBC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7EAB2-A499-DCE2-5A27-1C397B8D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15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F17FC-819D-44E4-5398-1200AC40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7DBBD-475F-5F96-E2BF-0388A32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DC6F19-ACBA-571B-F7BA-F877AC9E7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A2B11B-883D-7A26-7751-F00DE259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2501AA-D25F-72C2-5906-03002F92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B35C07-1C3E-AB96-CAA1-6C4CC0C7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941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3FC92-9163-583F-EEB5-0F0194FA5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52B102-E9E4-7F38-1AC6-A551821B1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F0CAE5-5214-E71B-D2BF-6C17D8663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F1D8CC-BE13-6AC9-9636-31A6A1C51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EAB860-EC7B-77D6-69E1-7EDE9FD6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1929C6-2149-0137-5F06-E68B95BD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11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0A59C-3953-06F5-30AB-90707B4B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2B6D1-95FC-F1B7-7DE7-01320F2E0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648F1B-0D85-3451-E542-3C92C734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376E4E-1718-3845-4B75-11E12347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031E26-D181-BD08-6802-EC095174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81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36F501-DB85-4263-3845-545CA8317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468E6-A7B8-AC03-CCBF-CB53BF3F2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408E0-EE9B-19A6-59D6-1EA9CD13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142985-7214-4FE9-61CA-3E4A49CA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198DF0-503C-7AD6-4ABB-B158F007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71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17E6DF-E8B9-9B4F-0F51-B8B35D5C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EA0BDE-5022-E4E1-9FC1-BC7595F1D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069E3-39B9-E888-A5DC-32B52861A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8DD51-4FD7-48A4-97BD-6F7D6851DC64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41CFE2-B246-2A14-EDD7-9573BE94B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C2990-6487-EA00-256D-005ECB3C7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91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7CE8-7AE2-327C-D605-651F95AC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21C7C82-5EE1-D991-F5D3-F4140C565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82" y="758194"/>
            <a:ext cx="3720779" cy="52366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1D55E1-5F23-3547-B4DF-4B0F1A60751C}"/>
              </a:ext>
            </a:extLst>
          </p:cNvPr>
          <p:cNvSpPr txBox="1"/>
          <p:nvPr/>
        </p:nvSpPr>
        <p:spPr>
          <a:xfrm>
            <a:off x="8667750" y="176700"/>
            <a:ext cx="2100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</a:rPr>
              <a:t>내용 수정 필요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1BB2E0-F6B5-C82C-81E1-8A9811C435C6}"/>
              </a:ext>
            </a:extLst>
          </p:cNvPr>
          <p:cNvSpPr txBox="1"/>
          <p:nvPr/>
        </p:nvSpPr>
        <p:spPr>
          <a:xfrm>
            <a:off x="7479227" y="712052"/>
            <a:ext cx="411021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창원 롯데캐슬 </a:t>
            </a:r>
            <a:r>
              <a:rPr lang="ko-KR" alt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포레스트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입주박람회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 특별 프로모션</a:t>
            </a:r>
            <a:endParaRPr lang="en-US" altLang="ko-KR" sz="11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85B2C60-9080-358D-93BD-7D908510BF7E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5238750" y="842857"/>
            <a:ext cx="2240477" cy="7722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3B00E50-24F8-B6DB-4BF6-3E66EAED3F07}"/>
              </a:ext>
            </a:extLst>
          </p:cNvPr>
          <p:cNvSpPr/>
          <p:nvPr/>
        </p:nvSpPr>
        <p:spPr>
          <a:xfrm>
            <a:off x="2293298" y="1145012"/>
            <a:ext cx="2945452" cy="6009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F6886AA-A0E9-87C5-A087-6A1CD6338B5F}"/>
              </a:ext>
            </a:extLst>
          </p:cNvPr>
          <p:cNvSpPr/>
          <p:nvPr/>
        </p:nvSpPr>
        <p:spPr>
          <a:xfrm>
            <a:off x="2293298" y="1745943"/>
            <a:ext cx="2945452" cy="4484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부제목 2">
            <a:extLst>
              <a:ext uri="{FF2B5EF4-FFF2-40B4-BE49-F238E27FC236}">
                <a16:creationId xmlns:a16="http://schemas.microsoft.com/office/drawing/2014/main" id="{AA8AAC74-5285-2E5F-CE66-7D94A1D9E424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4459941" cy="3693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>
                <a:ea typeface="맑은 고딕"/>
              </a:rPr>
              <a:t>* </a:t>
            </a:r>
            <a:r>
              <a:rPr lang="ko-KR" altLang="en-US" sz="1600" b="1" dirty="0">
                <a:ea typeface="맑은 고딕"/>
              </a:rPr>
              <a:t>프로모션 안내 시안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ED0342-4960-C1FB-E90E-B738662AB5C8}"/>
              </a:ext>
            </a:extLst>
          </p:cNvPr>
          <p:cNvSpPr txBox="1"/>
          <p:nvPr/>
        </p:nvSpPr>
        <p:spPr>
          <a:xfrm>
            <a:off x="188259" y="590613"/>
            <a:ext cx="210503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-A4</a:t>
            </a:r>
            <a:r>
              <a:rPr lang="ko-KR" altLang="en-US" sz="1600" b="1"/>
              <a:t>사이즈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59FC0C0-DD44-F387-C7E4-68E1AEBC3612}"/>
              </a:ext>
            </a:extLst>
          </p:cNvPr>
          <p:cNvCxnSpPr>
            <a:cxnSpLocks/>
          </p:cNvCxnSpPr>
          <p:nvPr/>
        </p:nvCxnSpPr>
        <p:spPr>
          <a:xfrm>
            <a:off x="5237821" y="2997675"/>
            <a:ext cx="1372020" cy="8352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E7B2F21-FA63-EA22-8AC0-70FB7D666D04}"/>
              </a:ext>
            </a:extLst>
          </p:cNvPr>
          <p:cNvSpPr txBox="1"/>
          <p:nvPr/>
        </p:nvSpPr>
        <p:spPr>
          <a:xfrm>
            <a:off x="7479227" y="1390131"/>
            <a:ext cx="4110216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일룸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창원점에서 </a:t>
            </a:r>
            <a:endParaRPr lang="en-US" altLang="ko-KR" sz="11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최대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110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만원 특별 혜택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지금 바로 만나 보세요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!</a:t>
            </a:r>
          </a:p>
          <a:p>
            <a:pPr algn="ctr"/>
            <a:endParaRPr lang="en-US" altLang="ko-KR" sz="11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100" b="1" dirty="0">
                <a:highlight>
                  <a:srgbClr val="FFFFFF"/>
                </a:highlight>
              </a:rPr>
              <a:t>입주아파트 현장 계약 특별 혜택 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ea typeface="맑은 고딕"/>
              </a:rPr>
              <a:t>기간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ea typeface="맑은 고딕"/>
              </a:rPr>
              <a:t>: </a:t>
            </a:r>
          </a:p>
          <a:p>
            <a:pPr algn="ctr"/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ea typeface="맑은 고딕"/>
              </a:rPr>
              <a:t>2026.01.17 - 2026.01.18</a:t>
            </a:r>
            <a:endParaRPr lang="en-US" altLang="ko-KR" sz="1100" b="1" dirty="0">
              <a:highlight>
                <a:srgbClr val="FFFFFF"/>
              </a:highlight>
            </a:endParaRPr>
          </a:p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입주박람회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기간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2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일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동안</a:t>
            </a:r>
            <a:endParaRPr lang="en-US" dirty="0" err="1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1CC55AF-98BA-4D15-8FF4-6686A76012EF}"/>
              </a:ext>
            </a:extLst>
          </p:cNvPr>
          <p:cNvSpPr/>
          <p:nvPr/>
        </p:nvSpPr>
        <p:spPr>
          <a:xfrm>
            <a:off x="2147850" y="2284968"/>
            <a:ext cx="3090899" cy="1522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951A776-35CE-350C-93BC-C0A2D00AF192}"/>
              </a:ext>
            </a:extLst>
          </p:cNvPr>
          <p:cNvCxnSpPr>
            <a:cxnSpLocks/>
            <a:stCxn id="56" idx="3"/>
            <a:endCxn id="10" idx="1"/>
          </p:cNvCxnSpPr>
          <p:nvPr/>
        </p:nvCxnSpPr>
        <p:spPr>
          <a:xfrm flipV="1">
            <a:off x="5238750" y="1944129"/>
            <a:ext cx="2240477" cy="260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72027954-387C-4ADA-81A2-F74C9197F1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219"/>
          <a:stretch/>
        </p:blipFill>
        <p:spPr>
          <a:xfrm>
            <a:off x="6702361" y="3253101"/>
            <a:ext cx="2556750" cy="180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0D62895-0C8B-4E0B-AACB-1C74278D43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602"/>
          <a:stretch/>
        </p:blipFill>
        <p:spPr>
          <a:xfrm>
            <a:off x="9259111" y="3253101"/>
            <a:ext cx="872384" cy="180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C42B6D-4E29-4D31-9B7B-74A8DC2865C2}"/>
              </a:ext>
            </a:extLst>
          </p:cNvPr>
          <p:cNvSpPr txBox="1"/>
          <p:nvPr/>
        </p:nvSpPr>
        <p:spPr>
          <a:xfrm>
            <a:off x="9404692" y="3700067"/>
            <a:ext cx="581222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r>
              <a:rPr lang="ko-KR" altLang="en-US" sz="800" b="1" dirty="0"/>
              <a:t>만원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09F9B-3EFB-4DAE-866B-4C38A61713CB}"/>
              </a:ext>
            </a:extLst>
          </p:cNvPr>
          <p:cNvSpPr txBox="1"/>
          <p:nvPr/>
        </p:nvSpPr>
        <p:spPr>
          <a:xfrm>
            <a:off x="9404692" y="3937657"/>
            <a:ext cx="581222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23</a:t>
            </a:r>
            <a:r>
              <a:rPr lang="ko-KR" altLang="en-US" sz="800" b="1" dirty="0"/>
              <a:t>만원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9ABE84-E7C3-4E7C-9127-5B8A87EA0773}"/>
              </a:ext>
            </a:extLst>
          </p:cNvPr>
          <p:cNvSpPr txBox="1"/>
          <p:nvPr/>
        </p:nvSpPr>
        <p:spPr>
          <a:xfrm>
            <a:off x="9404692" y="4254755"/>
            <a:ext cx="574403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</a:t>
            </a:r>
            <a:r>
              <a:rPr lang="ko-KR" altLang="en-US" sz="800" b="1" dirty="0"/>
              <a:t>만원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BB35DF-F68C-48FF-A6C5-521EBA777D25}"/>
              </a:ext>
            </a:extLst>
          </p:cNvPr>
          <p:cNvSpPr txBox="1"/>
          <p:nvPr/>
        </p:nvSpPr>
        <p:spPr>
          <a:xfrm>
            <a:off x="9404692" y="4495379"/>
            <a:ext cx="574403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42</a:t>
            </a:r>
            <a:r>
              <a:rPr lang="ko-KR" altLang="en-US" sz="800" b="1" dirty="0"/>
              <a:t>만원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865041-52EF-4571-B338-C7FFC076B7C1}"/>
              </a:ext>
            </a:extLst>
          </p:cNvPr>
          <p:cNvSpPr txBox="1"/>
          <p:nvPr/>
        </p:nvSpPr>
        <p:spPr>
          <a:xfrm>
            <a:off x="7693534" y="4254755"/>
            <a:ext cx="574403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35</a:t>
            </a:r>
            <a:r>
              <a:rPr lang="ko-KR" altLang="en-US" sz="800" b="1" dirty="0"/>
              <a:t>만원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E35922-1E64-4204-8068-3FF0402FAFD2}"/>
              </a:ext>
            </a:extLst>
          </p:cNvPr>
          <p:cNvSpPr txBox="1"/>
          <p:nvPr/>
        </p:nvSpPr>
        <p:spPr>
          <a:xfrm>
            <a:off x="7709011" y="4495379"/>
            <a:ext cx="574403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60</a:t>
            </a:r>
            <a:r>
              <a:rPr lang="ko-KR" altLang="en-US" sz="800" b="1" dirty="0"/>
              <a:t>만원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462B81-968D-4449-AE82-40B67D71CC3E}"/>
              </a:ext>
            </a:extLst>
          </p:cNvPr>
          <p:cNvSpPr txBox="1"/>
          <p:nvPr/>
        </p:nvSpPr>
        <p:spPr>
          <a:xfrm>
            <a:off x="7709011" y="4788437"/>
            <a:ext cx="574403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100</a:t>
            </a:r>
            <a:r>
              <a:rPr lang="ko-KR" altLang="en-US" sz="800" b="1" dirty="0"/>
              <a:t>만원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83344D-4FFC-485C-8F72-6E80317F246E}"/>
              </a:ext>
            </a:extLst>
          </p:cNvPr>
          <p:cNvSpPr txBox="1"/>
          <p:nvPr/>
        </p:nvSpPr>
        <p:spPr>
          <a:xfrm>
            <a:off x="9404691" y="4780762"/>
            <a:ext cx="574403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110</a:t>
            </a:r>
            <a:r>
              <a:rPr lang="ko-KR" altLang="en-US" sz="800" b="1" dirty="0"/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13201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60</Words>
  <Application>Microsoft Office PowerPoint</Application>
  <PresentationFormat>와이드스크린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일룸_노원점</dc:creator>
  <cp:lastModifiedBy>이광호 (Kwangho Lee)</cp:lastModifiedBy>
  <cp:revision>178</cp:revision>
  <dcterms:created xsi:type="dcterms:W3CDTF">2024-08-09T03:25:45Z</dcterms:created>
  <dcterms:modified xsi:type="dcterms:W3CDTF">2026-01-15T01:04:46Z</dcterms:modified>
</cp:coreProperties>
</file>