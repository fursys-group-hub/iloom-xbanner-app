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8" r:id="rId2"/>
    <p:sldId id="260" r:id="rId3"/>
    <p:sldId id="263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</p:sldIdLst>
  <p:sldSz cx="16256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B0A8"/>
    <a:srgbClr val="C1C1B7"/>
    <a:srgbClr val="B5B2A7"/>
    <a:srgbClr val="CD0A1F"/>
    <a:srgbClr val="CECDCC"/>
    <a:srgbClr val="DD000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8951D-1788-4AAC-ABF4-9733B5742339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92548-B4CB-4FEE-85FC-36A94E2841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384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네 먼저</a:t>
            </a:r>
            <a:r>
              <a:rPr lang="en-US" altLang="ko-KR"/>
              <a:t>, </a:t>
            </a:r>
            <a:r>
              <a:rPr lang="ko-KR" altLang="en-US"/>
              <a:t>오늘 시간 내주셔서 참석해주셔서 감사합니다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본격적으로 시작하겠습니다</a:t>
            </a:r>
            <a:r>
              <a:rPr lang="en-US" altLang="ko-KR"/>
              <a:t>/</a:t>
            </a:r>
          </a:p>
          <a:p>
            <a:r>
              <a:rPr lang="en-US" altLang="ko-KR"/>
              <a:t>----------------------</a:t>
            </a:r>
          </a:p>
          <a:p>
            <a:r>
              <a:rPr lang="ko-KR" altLang="en-US"/>
              <a:t>이번 자리는 </a:t>
            </a:r>
            <a:r>
              <a:rPr lang="en-US" altLang="ko-KR"/>
              <a:t>21</a:t>
            </a:r>
            <a:r>
              <a:rPr lang="ko-KR" altLang="en-US"/>
              <a:t>년 일룸과 </a:t>
            </a:r>
            <a:r>
              <a:rPr lang="en-US" altLang="ko-KR"/>
              <a:t>/</a:t>
            </a:r>
            <a:r>
              <a:rPr lang="ko-KR" altLang="en-US"/>
              <a:t>전략사업팀</a:t>
            </a:r>
            <a:r>
              <a:rPr lang="en-US" altLang="ko-KR"/>
              <a:t>/</a:t>
            </a:r>
            <a:r>
              <a:rPr lang="ko-KR" altLang="en-US"/>
              <a:t>의 상반기 결과를 공유드리고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21</a:t>
            </a:r>
            <a:r>
              <a:rPr lang="ko-KR" altLang="en-US"/>
              <a:t>년도 하반기 일룸과</a:t>
            </a:r>
            <a:r>
              <a:rPr lang="en-US" altLang="ko-KR"/>
              <a:t>/</a:t>
            </a:r>
            <a:r>
              <a:rPr lang="ko-KR" altLang="en-US"/>
              <a:t> 전략사업팀</a:t>
            </a:r>
            <a:r>
              <a:rPr lang="en-US" altLang="ko-KR"/>
              <a:t>/</a:t>
            </a:r>
            <a:r>
              <a:rPr lang="ko-KR" altLang="en-US"/>
              <a:t>의 방향성과 계획</a:t>
            </a:r>
            <a:r>
              <a:rPr lang="en-US" altLang="ko-KR"/>
              <a:t>/</a:t>
            </a:r>
            <a:r>
              <a:rPr lang="ko-KR" altLang="en-US"/>
              <a:t>을 공유드리는 자리가 되겠습니다</a:t>
            </a:r>
            <a:r>
              <a:rPr lang="en-US" altLang="ko-KR"/>
              <a:t>.</a:t>
            </a:r>
          </a:p>
          <a:p>
            <a:r>
              <a:rPr lang="en-US" altLang="ko-KR"/>
              <a:t>-------------</a:t>
            </a:r>
          </a:p>
          <a:p>
            <a:r>
              <a:rPr lang="ko-KR" altLang="en-US"/>
              <a:t>오늘 자리는 약 </a:t>
            </a:r>
            <a:r>
              <a:rPr lang="en-US" altLang="ko-KR"/>
              <a:t>2</a:t>
            </a:r>
            <a:r>
              <a:rPr lang="ko-KR" altLang="en-US"/>
              <a:t>시간 소요 예정이며</a:t>
            </a:r>
            <a:r>
              <a:rPr lang="en-US" altLang="ko-KR"/>
              <a:t>/, </a:t>
            </a:r>
            <a:r>
              <a:rPr lang="ko-KR" altLang="en-US"/>
              <a:t>결산회의 참석 중 각 매장의 사정으로 영업에 가셔야 하시는 분들은</a:t>
            </a:r>
            <a:r>
              <a:rPr lang="en-US" altLang="ko-KR"/>
              <a:t>//</a:t>
            </a:r>
            <a:r>
              <a:rPr lang="ko-KR" altLang="en-US"/>
              <a:t> 자유롭게 영업 다녀오시면서</a:t>
            </a:r>
            <a:r>
              <a:rPr lang="en-US" altLang="ko-KR"/>
              <a:t>//</a:t>
            </a:r>
            <a:r>
              <a:rPr lang="ko-KR" altLang="en-US"/>
              <a:t> 회의 들어주시면 될 것 같습니다 </a:t>
            </a:r>
            <a:endParaRPr lang="en-US" altLang="ko-KR"/>
          </a:p>
          <a:p>
            <a:r>
              <a:rPr lang="en-US" altLang="ko-KR"/>
              <a:t>---------------</a:t>
            </a:r>
          </a:p>
          <a:p>
            <a:r>
              <a:rPr lang="ko-KR" altLang="en-US"/>
              <a:t>본격적으로 </a:t>
            </a:r>
            <a:r>
              <a:rPr lang="en-US" altLang="ko-KR"/>
              <a:t>21</a:t>
            </a:r>
            <a:r>
              <a:rPr lang="ko-KR" altLang="en-US"/>
              <a:t>년 전략사업팀 상반기 결산회의를</a:t>
            </a:r>
            <a:r>
              <a:rPr lang="en-US" altLang="ko-KR"/>
              <a:t>//</a:t>
            </a:r>
            <a:r>
              <a:rPr lang="ko-KR" altLang="en-US"/>
              <a:t> 진행하도록 하겠습니다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009A9B-0899-4915-98CA-F1FBF9B930E1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23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995312"/>
            <a:ext cx="138176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6403623"/>
            <a:ext cx="121920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5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3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3039537"/>
            <a:ext cx="14020800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8159048"/>
            <a:ext cx="14020800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06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3245556"/>
            <a:ext cx="690880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3245556"/>
            <a:ext cx="690880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993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649114"/>
            <a:ext cx="14020800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2988734"/>
            <a:ext cx="6877049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4453467"/>
            <a:ext cx="6877049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2988734"/>
            <a:ext cx="6910917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4453467"/>
            <a:ext cx="6910917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2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621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0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1755425"/>
            <a:ext cx="8229600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54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812800"/>
            <a:ext cx="52429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1755425"/>
            <a:ext cx="8229600" cy="8664222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3657600"/>
            <a:ext cx="52429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46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210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649111"/>
            <a:ext cx="3505200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649111"/>
            <a:ext cx="10312400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2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649114"/>
            <a:ext cx="140208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3245556"/>
            <a:ext cx="140208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49BD3-A458-4D4D-9D4C-8D8872E4A4ED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11300181"/>
            <a:ext cx="5486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11300181"/>
            <a:ext cx="36576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21EB8-3EC3-4A05-A696-EA36553EEF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39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625620" rtl="0" eaLnBrk="1" latinLnBrk="1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1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8985" y="1524000"/>
            <a:ext cx="16264986" cy="7388313"/>
          </a:xfrm>
          <a:prstGeom prst="rect">
            <a:avLst/>
          </a:prstGeom>
          <a:solidFill>
            <a:srgbClr val="BA0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20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480" y="4175789"/>
            <a:ext cx="12726431" cy="372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6222" dirty="0">
                <a:solidFill>
                  <a:schemeClr val="bg1"/>
                </a:solidFill>
                <a:latin typeface="Noto Sans CJK KR Medium" pitchFamily="34" charset="-127"/>
                <a:ea typeface="Noto Sans CJK KR Medium" pitchFamily="34" charset="-127"/>
              </a:rPr>
              <a:t>부산사업소</a:t>
            </a:r>
            <a:endParaRPr lang="en-US" altLang="ko-KR" sz="6222" dirty="0">
              <a:solidFill>
                <a:schemeClr val="bg1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6222" dirty="0">
                <a:solidFill>
                  <a:schemeClr val="bg1"/>
                </a:solidFill>
                <a:latin typeface="Noto Sans CJK KR Medium" pitchFamily="34" charset="-127"/>
                <a:ea typeface="Noto Sans CJK KR Medium" pitchFamily="34" charset="-127"/>
              </a:rPr>
              <a:t>구축아파트 공략 관련 게시판 </a:t>
            </a:r>
            <a:r>
              <a:rPr lang="ko-KR" altLang="en-US" sz="6222" dirty="0" err="1">
                <a:solidFill>
                  <a:schemeClr val="bg1"/>
                </a:solidFill>
                <a:latin typeface="Noto Sans CJK KR Medium" pitchFamily="34" charset="-127"/>
                <a:ea typeface="Noto Sans CJK KR Medium" pitchFamily="34" charset="-127"/>
              </a:rPr>
              <a:t>사인물</a:t>
            </a:r>
            <a:endParaRPr lang="en-US" altLang="ko-KR" sz="6222" dirty="0">
              <a:solidFill>
                <a:schemeClr val="bg1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6222" dirty="0">
                <a:solidFill>
                  <a:schemeClr val="bg1"/>
                </a:solidFill>
                <a:latin typeface="Noto Sans CJK KR Medium" pitchFamily="34" charset="-127"/>
                <a:ea typeface="Noto Sans CJK KR Medium" pitchFamily="34" charset="-127"/>
              </a:rPr>
              <a:t>시안요청</a:t>
            </a:r>
            <a:endParaRPr lang="en-US" altLang="ko-KR" sz="6222" dirty="0">
              <a:solidFill>
                <a:schemeClr val="bg1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pic>
        <p:nvPicPr>
          <p:cNvPr id="6" name="Picture 2" descr="C:\Users\kyjks\OneDrive\바탕 화면\영업업무\일룸 로고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6886" y="1000185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890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거제점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989417"/>
              </p:ext>
            </p:extLst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거제점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055-636-9399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05238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롯데동부산점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롯데동부산점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051-901-2355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92510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김해점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김해점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055-332-1042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63953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울산점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울산점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052-261-7579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79751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롯데광복점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/>
              <a:t>롯데광복점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051-678-3923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88568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마산점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마산점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055-224-0016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32691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양산점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양산점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055-367-5670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68217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연제점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연제점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051-506-0967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61662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진주점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진주점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055-754-0010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80574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창원점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창원점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055-287-7176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92254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B3530-AA1D-4799-8850-7F2A4BB96AD9}"/>
              </a:ext>
            </a:extLst>
          </p:cNvPr>
          <p:cNvSpPr txBox="1"/>
          <p:nvPr/>
        </p:nvSpPr>
        <p:spPr>
          <a:xfrm>
            <a:off x="299803" y="359765"/>
            <a:ext cx="622091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/>
              <a:t>1. </a:t>
            </a:r>
            <a:r>
              <a:rPr lang="ko-KR" altLang="en-US" sz="2500" b="1" dirty="0"/>
              <a:t>게시판 </a:t>
            </a:r>
            <a:r>
              <a:rPr lang="ko-KR" altLang="en-US" sz="2500" b="1" dirty="0" err="1"/>
              <a:t>사인물</a:t>
            </a:r>
            <a:r>
              <a:rPr lang="ko-KR" altLang="en-US" sz="2500" b="1" dirty="0"/>
              <a:t> 시안요청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D8D2918-A3E9-47A3-BB83-C09A62AEBE67}"/>
              </a:ext>
            </a:extLst>
          </p:cNvPr>
          <p:cNvSpPr/>
          <p:nvPr/>
        </p:nvSpPr>
        <p:spPr>
          <a:xfrm>
            <a:off x="224851" y="359765"/>
            <a:ext cx="90000" cy="477054"/>
          </a:xfrm>
          <a:prstGeom prst="rect">
            <a:avLst/>
          </a:prstGeom>
          <a:solidFill>
            <a:srgbClr val="CD0A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Picture 2" descr="C:\Users\kyjks\OneDrive\바탕 화면\영업업무\일룸 로고.png">
            <a:extLst>
              <a:ext uri="{FF2B5EF4-FFF2-40B4-BE49-F238E27FC236}">
                <a16:creationId xmlns:a16="http://schemas.microsoft.com/office/drawing/2014/main" id="{0D1232DB-E6F4-45D8-9265-A9057C6F9E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1953" y="11405327"/>
            <a:ext cx="1392149" cy="61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35D462-63F6-4362-B2AE-65EC545B066F}"/>
              </a:ext>
            </a:extLst>
          </p:cNvPr>
          <p:cNvSpPr txBox="1"/>
          <p:nvPr/>
        </p:nvSpPr>
        <p:spPr>
          <a:xfrm>
            <a:off x="314850" y="1214203"/>
            <a:ext cx="53814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2000" dirty="0"/>
              <a:t>사이즈 </a:t>
            </a:r>
            <a:r>
              <a:rPr lang="en-US" altLang="ko-KR" sz="2000" dirty="0"/>
              <a:t>: A4</a:t>
            </a:r>
          </a:p>
          <a:p>
            <a:pPr marL="342900" indent="-342900">
              <a:buAutoNum type="arabicParenR"/>
            </a:pPr>
            <a:r>
              <a:rPr lang="ko-KR" altLang="en-US" sz="2000" dirty="0"/>
              <a:t>내용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일룸이</a:t>
            </a:r>
            <a:r>
              <a:rPr lang="ko-KR" altLang="en-US" sz="2000" dirty="0"/>
              <a:t> 이룸 프로모션 시안 참고</a:t>
            </a:r>
            <a:endParaRPr lang="en-US" altLang="ko-KR" sz="2000" dirty="0"/>
          </a:p>
          <a:p>
            <a:pPr marL="342900" indent="-342900">
              <a:buAutoNum type="arabicParenR"/>
            </a:pPr>
            <a:r>
              <a:rPr lang="ko-KR" altLang="en-US" sz="2000" dirty="0"/>
              <a:t>용도</a:t>
            </a:r>
            <a:r>
              <a:rPr lang="en-US" altLang="ko-KR" sz="2000" dirty="0"/>
              <a:t> : </a:t>
            </a:r>
          </a:p>
          <a:p>
            <a:r>
              <a:rPr lang="en-US" altLang="ko-KR" sz="2000" dirty="0"/>
              <a:t>  </a:t>
            </a:r>
            <a:r>
              <a:rPr lang="ko-KR" altLang="en-US" sz="2000" dirty="0"/>
              <a:t>아파트 게시판 </a:t>
            </a:r>
            <a:r>
              <a:rPr lang="ko-KR" altLang="en-US" sz="2000" dirty="0" err="1"/>
              <a:t>홍보판</a:t>
            </a:r>
            <a:r>
              <a:rPr lang="ko-KR" altLang="en-US" sz="2000" dirty="0"/>
              <a:t> 게시</a:t>
            </a:r>
            <a:r>
              <a:rPr lang="en-US" altLang="ko-KR" sz="2000" dirty="0"/>
              <a:t> or E/V </a:t>
            </a:r>
            <a:r>
              <a:rPr lang="ko-KR" altLang="en-US" sz="2000" dirty="0"/>
              <a:t>광고 게시</a:t>
            </a:r>
            <a:endParaRPr lang="en-US" altLang="ko-KR" sz="2000" dirty="0"/>
          </a:p>
          <a:p>
            <a:r>
              <a:rPr lang="en-US" altLang="ko-KR" sz="2000" dirty="0"/>
              <a:t>4) </a:t>
            </a:r>
            <a:r>
              <a:rPr lang="ko-KR" altLang="en-US" sz="2000" dirty="0"/>
              <a:t>요청사항 </a:t>
            </a:r>
            <a:r>
              <a:rPr lang="en-US" altLang="ko-KR" sz="2000" dirty="0"/>
              <a:t>: </a:t>
            </a:r>
            <a:r>
              <a:rPr lang="ko-KR" altLang="en-US" sz="2000" dirty="0"/>
              <a:t>아파트명을 매장에서 수정할 수 있게 </a:t>
            </a:r>
            <a:r>
              <a:rPr lang="en-US" altLang="ko-KR" sz="2000" dirty="0"/>
              <a:t>PPT</a:t>
            </a:r>
            <a:r>
              <a:rPr lang="ko-KR" altLang="en-US" sz="2000" dirty="0"/>
              <a:t>형식으로 작업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FE37B3F-5DE9-454E-8F47-9F8A62E6EF77}"/>
              </a:ext>
            </a:extLst>
          </p:cNvPr>
          <p:cNvSpPr/>
          <p:nvPr/>
        </p:nvSpPr>
        <p:spPr>
          <a:xfrm>
            <a:off x="6328615" y="605327"/>
            <a:ext cx="7699412" cy="108021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CE2E4B-8C6D-4B3F-AC96-F3114F80BD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85" t="-20" r="365"/>
          <a:stretch/>
        </p:blipFill>
        <p:spPr>
          <a:xfrm>
            <a:off x="6375179" y="604233"/>
            <a:ext cx="7637858" cy="108021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0AD952-6B7C-4D56-BADE-E43565F4F437}"/>
              </a:ext>
            </a:extLst>
          </p:cNvPr>
          <p:cNvSpPr txBox="1"/>
          <p:nvPr/>
        </p:nvSpPr>
        <p:spPr>
          <a:xfrm>
            <a:off x="6375179" y="895471"/>
            <a:ext cx="292308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일룸</a:t>
            </a:r>
            <a:r>
              <a:rPr lang="ko-KR" altLang="en-US" sz="2500" dirty="0"/>
              <a:t> </a:t>
            </a:r>
            <a:r>
              <a:rPr lang="en-US" altLang="ko-KR" sz="2500" dirty="0">
                <a:latin typeface="Proxima Nova" panose="02000506030000020004" pitchFamily="50" charset="0"/>
              </a:rPr>
              <a:t>PICK!</a:t>
            </a:r>
            <a:endParaRPr lang="ko-KR" altLang="en-US" sz="2500" dirty="0">
              <a:latin typeface="Proxima Nova" panose="02000506030000020004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862975-4FF1-4B65-93AE-E2BCCBE8CD43}"/>
              </a:ext>
            </a:extLst>
          </p:cNvPr>
          <p:cNvSpPr txBox="1"/>
          <p:nvPr/>
        </p:nvSpPr>
        <p:spPr>
          <a:xfrm>
            <a:off x="6328615" y="1433915"/>
            <a:ext cx="536488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 err="1"/>
              <a:t>일룸</a:t>
            </a:r>
            <a:r>
              <a:rPr lang="ko-KR" altLang="en-US" sz="2500" dirty="0"/>
              <a:t> </a:t>
            </a:r>
            <a:r>
              <a:rPr lang="ko-KR" altLang="en-US" sz="2500" dirty="0" err="1"/>
              <a:t>하단점</a:t>
            </a:r>
            <a:endParaRPr lang="en-US" altLang="ko-KR" sz="2500" dirty="0"/>
          </a:p>
          <a:p>
            <a:r>
              <a:rPr lang="en-US" altLang="ko-KR" sz="2500" dirty="0"/>
              <a:t>000 00 </a:t>
            </a:r>
            <a:r>
              <a:rPr lang="ko-KR" altLang="en-US" sz="2500" dirty="0"/>
              <a:t>아파트 단지</a:t>
            </a:r>
            <a:endParaRPr lang="en-US" altLang="ko-KR" sz="25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8CFA95D-B142-4016-8F90-96A9C1B0B1B5}"/>
              </a:ext>
            </a:extLst>
          </p:cNvPr>
          <p:cNvSpPr/>
          <p:nvPr/>
        </p:nvSpPr>
        <p:spPr>
          <a:xfrm>
            <a:off x="7824866" y="6475751"/>
            <a:ext cx="4818231" cy="2524869"/>
          </a:xfrm>
          <a:prstGeom prst="roundRect">
            <a:avLst/>
          </a:prstGeom>
          <a:solidFill>
            <a:schemeClr val="bg1"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F0688CBD-7FB5-4B16-ACC5-ED644AA9A46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387273" y="6684373"/>
          <a:ext cx="35820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8344">
                  <a:extLst>
                    <a:ext uri="{9D8B030D-6E8A-4147-A177-3AD203B41FA5}">
                      <a16:colId xmlns:a16="http://schemas.microsoft.com/office/drawing/2014/main" val="1559114518"/>
                    </a:ext>
                  </a:extLst>
                </a:gridCol>
                <a:gridCol w="1903751">
                  <a:extLst>
                    <a:ext uri="{9D8B030D-6E8A-4147-A177-3AD203B41FA5}">
                      <a16:colId xmlns:a16="http://schemas.microsoft.com/office/drawing/2014/main" val="4098757567"/>
                    </a:ext>
                  </a:extLst>
                </a:gridCol>
              </a:tblGrid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구매금액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전용 혜택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1207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919291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427898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500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35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6125666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700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62904"/>
                  </a:ext>
                </a:extLst>
              </a:tr>
              <a:tr h="1303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만원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7037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97BBAA4-EEE8-450F-9B9E-9B8DD86ABC0E}"/>
              </a:ext>
            </a:extLst>
          </p:cNvPr>
          <p:cNvSpPr txBox="1"/>
          <p:nvPr/>
        </p:nvSpPr>
        <p:spPr>
          <a:xfrm>
            <a:off x="6322089" y="2418470"/>
            <a:ext cx="438775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가구교체 지원 이벤트</a:t>
            </a:r>
            <a:r>
              <a:rPr lang="en-US" altLang="ko-KR" sz="2500" dirty="0"/>
              <a:t>!</a:t>
            </a:r>
            <a:endParaRPr lang="ko-KR" altLang="en-US" sz="2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CB374-AFA0-4CDD-86C6-50C7D291C7B9}"/>
              </a:ext>
            </a:extLst>
          </p:cNvPr>
          <p:cNvSpPr txBox="1"/>
          <p:nvPr/>
        </p:nvSpPr>
        <p:spPr>
          <a:xfrm>
            <a:off x="8896384" y="10434755"/>
            <a:ext cx="30729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dirty="0" err="1"/>
              <a:t>iloom</a:t>
            </a:r>
            <a:r>
              <a:rPr lang="en-US" altLang="ko-KR" sz="2500" dirty="0"/>
              <a:t> </a:t>
            </a:r>
            <a:r>
              <a:rPr lang="ko-KR" altLang="en-US" sz="2500" dirty="0" err="1"/>
              <a:t>하단점</a:t>
            </a:r>
            <a:endParaRPr lang="en-US" altLang="ko-KR" sz="2500" dirty="0"/>
          </a:p>
          <a:p>
            <a:pPr algn="ctr"/>
            <a:r>
              <a:rPr lang="en-US" altLang="ko-KR" sz="2500" dirty="0"/>
              <a:t>051-261-0213</a:t>
            </a:r>
            <a:endParaRPr lang="ko-KR" altLang="en-US" sz="2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7702C-6966-4176-BCE3-09C2D3E8822F}"/>
              </a:ext>
            </a:extLst>
          </p:cNvPr>
          <p:cNvSpPr txBox="1"/>
          <p:nvPr/>
        </p:nvSpPr>
        <p:spPr>
          <a:xfrm>
            <a:off x="8075691" y="9001714"/>
            <a:ext cx="4205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/>
              <a:t>*</a:t>
            </a:r>
            <a:r>
              <a:rPr lang="ko-KR" altLang="en-US" sz="1400" b="1" dirty="0"/>
              <a:t>자세한 내용은 아래 매장으로 문의 부탁드립니다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0212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399</TotalTime>
  <Words>1060</Words>
  <Application>Microsoft Office PowerPoint</Application>
  <PresentationFormat>사용자 지정</PresentationFormat>
  <Paragraphs>292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Noto Sans CJK KR Medium</vt:lpstr>
      <vt:lpstr>Noto Sans KR</vt:lpstr>
      <vt:lpstr>맑은 고딕</vt:lpstr>
      <vt:lpstr>Arial</vt:lpstr>
      <vt:lpstr>Calibri</vt:lpstr>
      <vt:lpstr>Calibri Light</vt:lpstr>
      <vt:lpstr>Proxima Nova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David Johnson</dc:creator>
  <cp:lastModifiedBy>이광호 (Kwangho Lee)</cp:lastModifiedBy>
  <cp:revision>58</cp:revision>
  <dcterms:created xsi:type="dcterms:W3CDTF">2022-09-20T04:58:16Z</dcterms:created>
  <dcterms:modified xsi:type="dcterms:W3CDTF">2025-09-16T01:58:11Z</dcterms:modified>
</cp:coreProperties>
</file>